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5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71" r:id="rId15"/>
    <p:sldId id="265" r:id="rId16"/>
    <p:sldId id="266" r:id="rId17"/>
    <p:sldId id="269" r:id="rId18"/>
    <p:sldId id="268" r:id="rId19"/>
    <p:sldId id="267" r:id="rId20"/>
    <p:sldId id="270" r:id="rId21"/>
  </p:sldIdLst>
  <p:sldSz cx="14630400" cy="8229600"/>
  <p:notesSz cx="8229600" cy="14630400"/>
  <p:embeddedFontLst>
    <p:embeddedFont>
      <p:font typeface="Roboto" pitchFamily="2" charset="0"/>
      <p:regular r:id="rId23"/>
      <p:bold r:id="rId24"/>
      <p:italic r:id="rId25"/>
      <p:boldItalic r:id="rId26"/>
    </p:embeddedFont>
    <p:embeddedFont>
      <p:font typeface="Roboto Slab" pitchFamily="2" charset="0"/>
      <p:regular r:id="rId27"/>
      <p:bold r:id="rId28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A8D9E"/>
    <a:srgbClr val="8B9E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142275-0EBC-4454-B550-9EEFE164D21F}" v="17" dt="2025-06-13T08:40:02.3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34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font" Target="fonts/font4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3.fntdata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2.fntdata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viewProps" Target="viewProps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oon Ahmad | Origem Medical" userId="d95fdbb4-7ad1-4559-ad0d-992f42039f7b" providerId="ADAL" clId="{0D142275-0EBC-4454-B550-9EEFE164D21F}"/>
    <pc:docChg chg="undo custSel addSld delSld modSld sldOrd">
      <pc:chgData name="Haroon Ahmad | Origem Medical" userId="d95fdbb4-7ad1-4559-ad0d-992f42039f7b" providerId="ADAL" clId="{0D142275-0EBC-4454-B550-9EEFE164D21F}" dt="2025-06-13T09:38:14.907" v="1117" actId="20577"/>
      <pc:docMkLst>
        <pc:docMk/>
      </pc:docMkLst>
      <pc:sldChg chg="addSp delSp modSp mod">
        <pc:chgData name="Haroon Ahmad | Origem Medical" userId="d95fdbb4-7ad1-4559-ad0d-992f42039f7b" providerId="ADAL" clId="{0D142275-0EBC-4454-B550-9EEFE164D21F}" dt="2025-06-13T08:00:48.913" v="79" actId="20577"/>
        <pc:sldMkLst>
          <pc:docMk/>
          <pc:sldMk cId="0" sldId="256"/>
        </pc:sldMkLst>
        <pc:spChg chg="mod">
          <ac:chgData name="Haroon Ahmad | Origem Medical" userId="d95fdbb4-7ad1-4559-ad0d-992f42039f7b" providerId="ADAL" clId="{0D142275-0EBC-4454-B550-9EEFE164D21F}" dt="2025-06-13T07:56:58.667" v="41" actId="404"/>
          <ac:spMkLst>
            <pc:docMk/>
            <pc:sldMk cId="0" sldId="256"/>
            <ac:spMk id="6" creationId="{00000000-0000-0000-0000-000000000000}"/>
          </ac:spMkLst>
        </pc:spChg>
        <pc:spChg chg="mod">
          <ac:chgData name="Haroon Ahmad | Origem Medical" userId="d95fdbb4-7ad1-4559-ad0d-992f42039f7b" providerId="ADAL" clId="{0D142275-0EBC-4454-B550-9EEFE164D21F}" dt="2025-06-13T07:57:07.913" v="54" actId="1037"/>
          <ac:spMkLst>
            <pc:docMk/>
            <pc:sldMk cId="0" sldId="256"/>
            <ac:spMk id="7" creationId="{00000000-0000-0000-0000-000000000000}"/>
          </ac:spMkLst>
        </pc:spChg>
        <pc:spChg chg="mod">
          <ac:chgData name="Haroon Ahmad | Origem Medical" userId="d95fdbb4-7ad1-4559-ad0d-992f42039f7b" providerId="ADAL" clId="{0D142275-0EBC-4454-B550-9EEFE164D21F}" dt="2025-06-13T07:57:07.913" v="54" actId="1037"/>
          <ac:spMkLst>
            <pc:docMk/>
            <pc:sldMk cId="0" sldId="256"/>
            <ac:spMk id="8" creationId="{00000000-0000-0000-0000-000000000000}"/>
          </ac:spMkLst>
        </pc:spChg>
        <pc:spChg chg="mod">
          <ac:chgData name="Haroon Ahmad | Origem Medical" userId="d95fdbb4-7ad1-4559-ad0d-992f42039f7b" providerId="ADAL" clId="{0D142275-0EBC-4454-B550-9EEFE164D21F}" dt="2025-06-13T07:56:58.667" v="41" actId="404"/>
          <ac:spMkLst>
            <pc:docMk/>
            <pc:sldMk cId="0" sldId="256"/>
            <ac:spMk id="9" creationId="{00000000-0000-0000-0000-000000000000}"/>
          </ac:spMkLst>
        </pc:spChg>
        <pc:spChg chg="mod">
          <ac:chgData name="Haroon Ahmad | Origem Medical" userId="d95fdbb4-7ad1-4559-ad0d-992f42039f7b" providerId="ADAL" clId="{0D142275-0EBC-4454-B550-9EEFE164D21F}" dt="2025-06-13T07:57:07.913" v="54" actId="1037"/>
          <ac:spMkLst>
            <pc:docMk/>
            <pc:sldMk cId="0" sldId="256"/>
            <ac:spMk id="10" creationId="{00000000-0000-0000-0000-000000000000}"/>
          </ac:spMkLst>
        </pc:spChg>
        <pc:spChg chg="mod">
          <ac:chgData name="Haroon Ahmad | Origem Medical" userId="d95fdbb4-7ad1-4559-ad0d-992f42039f7b" providerId="ADAL" clId="{0D142275-0EBC-4454-B550-9EEFE164D21F}" dt="2025-06-13T07:57:07.913" v="54" actId="1037"/>
          <ac:spMkLst>
            <pc:docMk/>
            <pc:sldMk cId="0" sldId="256"/>
            <ac:spMk id="11" creationId="{00000000-0000-0000-0000-000000000000}"/>
          </ac:spMkLst>
        </pc:spChg>
        <pc:spChg chg="mod">
          <ac:chgData name="Haroon Ahmad | Origem Medical" userId="d95fdbb4-7ad1-4559-ad0d-992f42039f7b" providerId="ADAL" clId="{0D142275-0EBC-4454-B550-9EEFE164D21F}" dt="2025-06-13T07:56:58.667" v="41" actId="404"/>
          <ac:spMkLst>
            <pc:docMk/>
            <pc:sldMk cId="0" sldId="256"/>
            <ac:spMk id="12" creationId="{00000000-0000-0000-0000-000000000000}"/>
          </ac:spMkLst>
        </pc:spChg>
        <pc:spChg chg="mod">
          <ac:chgData name="Haroon Ahmad | Origem Medical" userId="d95fdbb4-7ad1-4559-ad0d-992f42039f7b" providerId="ADAL" clId="{0D142275-0EBC-4454-B550-9EEFE164D21F}" dt="2025-06-13T07:57:07.913" v="54" actId="1037"/>
          <ac:spMkLst>
            <pc:docMk/>
            <pc:sldMk cId="0" sldId="256"/>
            <ac:spMk id="13" creationId="{00000000-0000-0000-0000-000000000000}"/>
          </ac:spMkLst>
        </pc:spChg>
        <pc:spChg chg="mod">
          <ac:chgData name="Haroon Ahmad | Origem Medical" userId="d95fdbb4-7ad1-4559-ad0d-992f42039f7b" providerId="ADAL" clId="{0D142275-0EBC-4454-B550-9EEFE164D21F}" dt="2025-06-13T07:57:07.913" v="54" actId="1037"/>
          <ac:spMkLst>
            <pc:docMk/>
            <pc:sldMk cId="0" sldId="256"/>
            <ac:spMk id="14" creationId="{00000000-0000-0000-0000-000000000000}"/>
          </ac:spMkLst>
        </pc:spChg>
        <pc:spChg chg="add mod">
          <ac:chgData name="Haroon Ahmad | Origem Medical" userId="d95fdbb4-7ad1-4559-ad0d-992f42039f7b" providerId="ADAL" clId="{0D142275-0EBC-4454-B550-9EEFE164D21F}" dt="2025-06-13T08:00:48.913" v="79" actId="20577"/>
          <ac:spMkLst>
            <pc:docMk/>
            <pc:sldMk cId="0" sldId="256"/>
            <ac:spMk id="17" creationId="{D867E768-ADD3-8D45-4B82-7B8631843E6E}"/>
          </ac:spMkLst>
        </pc:spChg>
        <pc:picChg chg="del">
          <ac:chgData name="Haroon Ahmad | Origem Medical" userId="d95fdbb4-7ad1-4559-ad0d-992f42039f7b" providerId="ADAL" clId="{0D142275-0EBC-4454-B550-9EEFE164D21F}" dt="2025-06-13T07:57:33.216" v="55" actId="478"/>
          <ac:picMkLst>
            <pc:docMk/>
            <pc:sldMk cId="0" sldId="256"/>
            <ac:picMk id="2" creationId="{00000000-0000-0000-0000-000000000000}"/>
          </ac:picMkLst>
        </pc:picChg>
        <pc:picChg chg="add del mod">
          <ac:chgData name="Haroon Ahmad | Origem Medical" userId="d95fdbb4-7ad1-4559-ad0d-992f42039f7b" providerId="ADAL" clId="{0D142275-0EBC-4454-B550-9EEFE164D21F}" dt="2025-06-13T08:00:33.640" v="74" actId="478"/>
          <ac:picMkLst>
            <pc:docMk/>
            <pc:sldMk cId="0" sldId="256"/>
            <ac:picMk id="16" creationId="{37BC6A12-5C4F-A51C-4B9E-1E9434A6DC26}"/>
          </ac:picMkLst>
        </pc:picChg>
      </pc:sldChg>
      <pc:sldChg chg="addSp delSp modSp mod">
        <pc:chgData name="Haroon Ahmad | Origem Medical" userId="d95fdbb4-7ad1-4559-ad0d-992f42039f7b" providerId="ADAL" clId="{0D142275-0EBC-4454-B550-9EEFE164D21F}" dt="2025-06-13T08:20:35.950" v="589" actId="20577"/>
        <pc:sldMkLst>
          <pc:docMk/>
          <pc:sldMk cId="0" sldId="257"/>
        </pc:sldMkLst>
        <pc:spChg chg="mod">
          <ac:chgData name="Haroon Ahmad | Origem Medical" userId="d95fdbb4-7ad1-4559-ad0d-992f42039f7b" providerId="ADAL" clId="{0D142275-0EBC-4454-B550-9EEFE164D21F}" dt="2025-06-13T08:20:35.950" v="589" actId="20577"/>
          <ac:spMkLst>
            <pc:docMk/>
            <pc:sldMk cId="0" sldId="257"/>
            <ac:spMk id="9" creationId="{00000000-0000-0000-0000-000000000000}"/>
          </ac:spMkLst>
        </pc:spChg>
        <pc:spChg chg="add mod">
          <ac:chgData name="Haroon Ahmad | Origem Medical" userId="d95fdbb4-7ad1-4559-ad0d-992f42039f7b" providerId="ADAL" clId="{0D142275-0EBC-4454-B550-9EEFE164D21F}" dt="2025-06-13T08:00:58.455" v="82" actId="1076"/>
          <ac:spMkLst>
            <pc:docMk/>
            <pc:sldMk cId="0" sldId="257"/>
            <ac:spMk id="13" creationId="{F0362AD4-77E4-052A-C8C9-3B5E93F1B542}"/>
          </ac:spMkLst>
        </pc:spChg>
        <pc:picChg chg="del">
          <ac:chgData name="Haroon Ahmad | Origem Medical" userId="d95fdbb4-7ad1-4559-ad0d-992f42039f7b" providerId="ADAL" clId="{0D142275-0EBC-4454-B550-9EEFE164D21F}" dt="2025-06-13T08:00:54.321" v="80" actId="478"/>
          <ac:picMkLst>
            <pc:docMk/>
            <pc:sldMk cId="0" sldId="257"/>
            <ac:picMk id="2" creationId="{00000000-0000-0000-0000-000000000000}"/>
          </ac:picMkLst>
        </pc:picChg>
      </pc:sldChg>
      <pc:sldChg chg="addSp delSp modSp mod">
        <pc:chgData name="Haroon Ahmad | Origem Medical" userId="d95fdbb4-7ad1-4559-ad0d-992f42039f7b" providerId="ADAL" clId="{0D142275-0EBC-4454-B550-9EEFE164D21F}" dt="2025-06-13T08:21:08.149" v="591" actId="20577"/>
        <pc:sldMkLst>
          <pc:docMk/>
          <pc:sldMk cId="0" sldId="258"/>
        </pc:sldMkLst>
        <pc:spChg chg="mod">
          <ac:chgData name="Haroon Ahmad | Origem Medical" userId="d95fdbb4-7ad1-4559-ad0d-992f42039f7b" providerId="ADAL" clId="{0D142275-0EBC-4454-B550-9EEFE164D21F}" dt="2025-06-13T08:21:08.149" v="591" actId="20577"/>
          <ac:spMkLst>
            <pc:docMk/>
            <pc:sldMk cId="0" sldId="258"/>
            <ac:spMk id="15" creationId="{00000000-0000-0000-0000-000000000000}"/>
          </ac:spMkLst>
        </pc:spChg>
        <pc:spChg chg="add mod">
          <ac:chgData name="Haroon Ahmad | Origem Medical" userId="d95fdbb4-7ad1-4559-ad0d-992f42039f7b" providerId="ADAL" clId="{0D142275-0EBC-4454-B550-9EEFE164D21F}" dt="2025-06-13T08:01:01.222" v="84"/>
          <ac:spMkLst>
            <pc:docMk/>
            <pc:sldMk cId="0" sldId="258"/>
            <ac:spMk id="20" creationId="{37B5D4E9-DBAF-7887-8003-5E258EADA016}"/>
          </ac:spMkLst>
        </pc:spChg>
        <pc:picChg chg="del">
          <ac:chgData name="Haroon Ahmad | Origem Medical" userId="d95fdbb4-7ad1-4559-ad0d-992f42039f7b" providerId="ADAL" clId="{0D142275-0EBC-4454-B550-9EEFE164D21F}" dt="2025-06-13T08:01:00.785" v="83" actId="478"/>
          <ac:picMkLst>
            <pc:docMk/>
            <pc:sldMk cId="0" sldId="258"/>
            <ac:picMk id="2" creationId="{00000000-0000-0000-0000-000000000000}"/>
          </ac:picMkLst>
        </pc:picChg>
      </pc:sldChg>
      <pc:sldChg chg="modSp mod">
        <pc:chgData name="Haroon Ahmad | Origem Medical" userId="d95fdbb4-7ad1-4559-ad0d-992f42039f7b" providerId="ADAL" clId="{0D142275-0EBC-4454-B550-9EEFE164D21F}" dt="2025-06-13T08:21:41.892" v="605" actId="20577"/>
        <pc:sldMkLst>
          <pc:docMk/>
          <pc:sldMk cId="0" sldId="259"/>
        </pc:sldMkLst>
        <pc:spChg chg="mod">
          <ac:chgData name="Haroon Ahmad | Origem Medical" userId="d95fdbb4-7ad1-4559-ad0d-992f42039f7b" providerId="ADAL" clId="{0D142275-0EBC-4454-B550-9EEFE164D21F}" dt="2025-06-13T08:21:41.892" v="605" actId="20577"/>
          <ac:spMkLst>
            <pc:docMk/>
            <pc:sldMk cId="0" sldId="259"/>
            <ac:spMk id="11" creationId="{00000000-0000-0000-0000-000000000000}"/>
          </ac:spMkLst>
        </pc:spChg>
      </pc:sldChg>
      <pc:sldChg chg="addSp delSp modSp mod">
        <pc:chgData name="Haroon Ahmad | Origem Medical" userId="d95fdbb4-7ad1-4559-ad0d-992f42039f7b" providerId="ADAL" clId="{0D142275-0EBC-4454-B550-9EEFE164D21F}" dt="2025-06-13T08:23:07.828" v="695" actId="20577"/>
        <pc:sldMkLst>
          <pc:docMk/>
          <pc:sldMk cId="0" sldId="260"/>
        </pc:sldMkLst>
        <pc:spChg chg="mod">
          <ac:chgData name="Haroon Ahmad | Origem Medical" userId="d95fdbb4-7ad1-4559-ad0d-992f42039f7b" providerId="ADAL" clId="{0D142275-0EBC-4454-B550-9EEFE164D21F}" dt="2025-06-13T08:22:39.523" v="657" actId="20577"/>
          <ac:spMkLst>
            <pc:docMk/>
            <pc:sldMk cId="0" sldId="260"/>
            <ac:spMk id="6" creationId="{00000000-0000-0000-0000-000000000000}"/>
          </ac:spMkLst>
        </pc:spChg>
        <pc:spChg chg="mod">
          <ac:chgData name="Haroon Ahmad | Origem Medical" userId="d95fdbb4-7ad1-4559-ad0d-992f42039f7b" providerId="ADAL" clId="{0D142275-0EBC-4454-B550-9EEFE164D21F}" dt="2025-06-13T08:22:52.540" v="694" actId="20577"/>
          <ac:spMkLst>
            <pc:docMk/>
            <pc:sldMk cId="0" sldId="260"/>
            <ac:spMk id="9" creationId="{00000000-0000-0000-0000-000000000000}"/>
          </ac:spMkLst>
        </pc:spChg>
        <pc:spChg chg="mod">
          <ac:chgData name="Haroon Ahmad | Origem Medical" userId="d95fdbb4-7ad1-4559-ad0d-992f42039f7b" providerId="ADAL" clId="{0D142275-0EBC-4454-B550-9EEFE164D21F}" dt="2025-06-13T08:23:07.828" v="695" actId="20577"/>
          <ac:spMkLst>
            <pc:docMk/>
            <pc:sldMk cId="0" sldId="260"/>
            <ac:spMk id="12" creationId="{00000000-0000-0000-0000-000000000000}"/>
          </ac:spMkLst>
        </pc:spChg>
        <pc:spChg chg="add del mod">
          <ac:chgData name="Haroon Ahmad | Origem Medical" userId="d95fdbb4-7ad1-4559-ad0d-992f42039f7b" providerId="ADAL" clId="{0D142275-0EBC-4454-B550-9EEFE164D21F}" dt="2025-06-13T07:59:46.354" v="71" actId="478"/>
          <ac:spMkLst>
            <pc:docMk/>
            <pc:sldMk cId="0" sldId="260"/>
            <ac:spMk id="16" creationId="{B3D6A978-FF61-312A-5A0A-4666748689B2}"/>
          </ac:spMkLst>
        </pc:spChg>
        <pc:spChg chg="add mod">
          <ac:chgData name="Haroon Ahmad | Origem Medical" userId="d95fdbb4-7ad1-4559-ad0d-992f42039f7b" providerId="ADAL" clId="{0D142275-0EBC-4454-B550-9EEFE164D21F}" dt="2025-06-13T08:01:08.334" v="87" actId="1076"/>
          <ac:spMkLst>
            <pc:docMk/>
            <pc:sldMk cId="0" sldId="260"/>
            <ac:spMk id="17" creationId="{5122E9BC-44CD-BCF8-E265-FCC1037D3306}"/>
          </ac:spMkLst>
        </pc:spChg>
        <pc:picChg chg="del">
          <ac:chgData name="Haroon Ahmad | Origem Medical" userId="d95fdbb4-7ad1-4559-ad0d-992f42039f7b" providerId="ADAL" clId="{0D142275-0EBC-4454-B550-9EEFE164D21F}" dt="2025-06-13T08:01:04.466" v="85" actId="478"/>
          <ac:picMkLst>
            <pc:docMk/>
            <pc:sldMk cId="0" sldId="260"/>
            <ac:picMk id="2" creationId="{00000000-0000-0000-0000-000000000000}"/>
          </ac:picMkLst>
        </pc:picChg>
      </pc:sldChg>
      <pc:sldChg chg="modSp mod">
        <pc:chgData name="Haroon Ahmad | Origem Medical" userId="d95fdbb4-7ad1-4559-ad0d-992f42039f7b" providerId="ADAL" clId="{0D142275-0EBC-4454-B550-9EEFE164D21F}" dt="2025-06-13T09:37:05.631" v="1113" actId="20577"/>
        <pc:sldMkLst>
          <pc:docMk/>
          <pc:sldMk cId="0" sldId="261"/>
        </pc:sldMkLst>
        <pc:spChg chg="mod">
          <ac:chgData name="Haroon Ahmad | Origem Medical" userId="d95fdbb4-7ad1-4559-ad0d-992f42039f7b" providerId="ADAL" clId="{0D142275-0EBC-4454-B550-9EEFE164D21F}" dt="2025-06-13T09:37:05.631" v="1113" actId="20577"/>
          <ac:spMkLst>
            <pc:docMk/>
            <pc:sldMk cId="0" sldId="261"/>
            <ac:spMk id="5" creationId="{00000000-0000-0000-0000-000000000000}"/>
          </ac:spMkLst>
        </pc:spChg>
        <pc:spChg chg="mod">
          <ac:chgData name="Haroon Ahmad | Origem Medical" userId="d95fdbb4-7ad1-4559-ad0d-992f42039f7b" providerId="ADAL" clId="{0D142275-0EBC-4454-B550-9EEFE164D21F}" dt="2025-06-13T08:23:33.780" v="708" actId="20577"/>
          <ac:spMkLst>
            <pc:docMk/>
            <pc:sldMk cId="0" sldId="261"/>
            <ac:spMk id="8" creationId="{00000000-0000-0000-0000-000000000000}"/>
          </ac:spMkLst>
        </pc:spChg>
      </pc:sldChg>
      <pc:sldChg chg="addSp delSp modSp mod">
        <pc:chgData name="Haroon Ahmad | Origem Medical" userId="d95fdbb4-7ad1-4559-ad0d-992f42039f7b" providerId="ADAL" clId="{0D142275-0EBC-4454-B550-9EEFE164D21F}" dt="2025-06-13T09:37:43.181" v="1116" actId="20577"/>
        <pc:sldMkLst>
          <pc:docMk/>
          <pc:sldMk cId="0" sldId="262"/>
        </pc:sldMkLst>
        <pc:spChg chg="mod">
          <ac:chgData name="Haroon Ahmad | Origem Medical" userId="d95fdbb4-7ad1-4559-ad0d-992f42039f7b" providerId="ADAL" clId="{0D142275-0EBC-4454-B550-9EEFE164D21F}" dt="2025-06-13T08:23:59.364" v="730" actId="20577"/>
          <ac:spMkLst>
            <pc:docMk/>
            <pc:sldMk cId="0" sldId="262"/>
            <ac:spMk id="14" creationId="{00000000-0000-0000-0000-000000000000}"/>
          </ac:spMkLst>
        </pc:spChg>
        <pc:spChg chg="mod">
          <ac:chgData name="Haroon Ahmad | Origem Medical" userId="d95fdbb4-7ad1-4559-ad0d-992f42039f7b" providerId="ADAL" clId="{0D142275-0EBC-4454-B550-9EEFE164D21F}" dt="2025-06-13T09:37:43.181" v="1116" actId="20577"/>
          <ac:spMkLst>
            <pc:docMk/>
            <pc:sldMk cId="0" sldId="262"/>
            <ac:spMk id="19" creationId="{00000000-0000-0000-0000-000000000000}"/>
          </ac:spMkLst>
        </pc:spChg>
        <pc:spChg chg="add mod">
          <ac:chgData name="Haroon Ahmad | Origem Medical" userId="d95fdbb4-7ad1-4559-ad0d-992f42039f7b" providerId="ADAL" clId="{0D142275-0EBC-4454-B550-9EEFE164D21F}" dt="2025-06-13T08:01:15.469" v="90" actId="1076"/>
          <ac:spMkLst>
            <pc:docMk/>
            <pc:sldMk cId="0" sldId="262"/>
            <ac:spMk id="21" creationId="{D475D2F8-2F5D-2EF0-8186-28A8832374C1}"/>
          </ac:spMkLst>
        </pc:spChg>
        <pc:picChg chg="del">
          <ac:chgData name="Haroon Ahmad | Origem Medical" userId="d95fdbb4-7ad1-4559-ad0d-992f42039f7b" providerId="ADAL" clId="{0D142275-0EBC-4454-B550-9EEFE164D21F}" dt="2025-06-13T08:01:11.473" v="88" actId="478"/>
          <ac:picMkLst>
            <pc:docMk/>
            <pc:sldMk cId="0" sldId="262"/>
            <ac:picMk id="2" creationId="{00000000-0000-0000-0000-000000000000}"/>
          </ac:picMkLst>
        </pc:picChg>
      </pc:sldChg>
      <pc:sldChg chg="addSp delSp modSp mod">
        <pc:chgData name="Haroon Ahmad | Origem Medical" userId="d95fdbb4-7ad1-4559-ad0d-992f42039f7b" providerId="ADAL" clId="{0D142275-0EBC-4454-B550-9EEFE164D21F}" dt="2025-06-13T08:24:51.547" v="835" actId="20577"/>
        <pc:sldMkLst>
          <pc:docMk/>
          <pc:sldMk cId="0" sldId="263"/>
        </pc:sldMkLst>
        <pc:spChg chg="mod">
          <ac:chgData name="Haroon Ahmad | Origem Medical" userId="d95fdbb4-7ad1-4559-ad0d-992f42039f7b" providerId="ADAL" clId="{0D142275-0EBC-4454-B550-9EEFE164D21F}" dt="2025-06-13T08:24:51.547" v="835" actId="20577"/>
          <ac:spMkLst>
            <pc:docMk/>
            <pc:sldMk cId="0" sldId="263"/>
            <ac:spMk id="20" creationId="{00000000-0000-0000-0000-000000000000}"/>
          </ac:spMkLst>
        </pc:spChg>
        <pc:spChg chg="add mod">
          <ac:chgData name="Haroon Ahmad | Origem Medical" userId="d95fdbb4-7ad1-4559-ad0d-992f42039f7b" providerId="ADAL" clId="{0D142275-0EBC-4454-B550-9EEFE164D21F}" dt="2025-06-13T08:01:21.022" v="93" actId="1076"/>
          <ac:spMkLst>
            <pc:docMk/>
            <pc:sldMk cId="0" sldId="263"/>
            <ac:spMk id="26" creationId="{EC430C36-13D2-F91E-A3EC-B0700166C9E2}"/>
          </ac:spMkLst>
        </pc:spChg>
        <pc:picChg chg="del">
          <ac:chgData name="Haroon Ahmad | Origem Medical" userId="d95fdbb4-7ad1-4559-ad0d-992f42039f7b" providerId="ADAL" clId="{0D142275-0EBC-4454-B550-9EEFE164D21F}" dt="2025-06-13T08:01:17.712" v="91" actId="478"/>
          <ac:picMkLst>
            <pc:docMk/>
            <pc:sldMk cId="0" sldId="263"/>
            <ac:picMk id="2" creationId="{00000000-0000-0000-0000-000000000000}"/>
          </ac:picMkLst>
        </pc:picChg>
      </pc:sldChg>
      <pc:sldChg chg="addSp modSp mod">
        <pc:chgData name="Haroon Ahmad | Origem Medical" userId="d95fdbb4-7ad1-4559-ad0d-992f42039f7b" providerId="ADAL" clId="{0D142275-0EBC-4454-B550-9EEFE164D21F}" dt="2025-06-13T08:43:52.991" v="1112" actId="20577"/>
        <pc:sldMkLst>
          <pc:docMk/>
          <pc:sldMk cId="0" sldId="264"/>
        </pc:sldMkLst>
        <pc:spChg chg="mod">
          <ac:chgData name="Haroon Ahmad | Origem Medical" userId="d95fdbb4-7ad1-4559-ad0d-992f42039f7b" providerId="ADAL" clId="{0D142275-0EBC-4454-B550-9EEFE164D21F}" dt="2025-06-13T08:25:23.147" v="859" actId="20577"/>
          <ac:spMkLst>
            <pc:docMk/>
            <pc:sldMk cId="0" sldId="264"/>
            <ac:spMk id="6" creationId="{00000000-0000-0000-0000-000000000000}"/>
          </ac:spMkLst>
        </pc:spChg>
        <pc:spChg chg="add mod">
          <ac:chgData name="Haroon Ahmad | Origem Medical" userId="d95fdbb4-7ad1-4559-ad0d-992f42039f7b" providerId="ADAL" clId="{0D142275-0EBC-4454-B550-9EEFE164D21F}" dt="2025-06-13T08:43:52.991" v="1112" actId="20577"/>
          <ac:spMkLst>
            <pc:docMk/>
            <pc:sldMk cId="0" sldId="264"/>
            <ac:spMk id="7" creationId="{7C2C24BE-196A-0414-366C-59A03627F133}"/>
          </ac:spMkLst>
        </pc:spChg>
      </pc:sldChg>
      <pc:sldChg chg="modSp mod">
        <pc:chgData name="Haroon Ahmad | Origem Medical" userId="d95fdbb4-7ad1-4559-ad0d-992f42039f7b" providerId="ADAL" clId="{0D142275-0EBC-4454-B550-9EEFE164D21F}" dt="2025-06-13T08:06:13.675" v="231" actId="6549"/>
        <pc:sldMkLst>
          <pc:docMk/>
          <pc:sldMk cId="0" sldId="265"/>
        </pc:sldMkLst>
        <pc:spChg chg="mod">
          <ac:chgData name="Haroon Ahmad | Origem Medical" userId="d95fdbb4-7ad1-4559-ad0d-992f42039f7b" providerId="ADAL" clId="{0D142275-0EBC-4454-B550-9EEFE164D21F}" dt="2025-06-13T08:05:21.384" v="152" actId="20577"/>
          <ac:spMkLst>
            <pc:docMk/>
            <pc:sldMk cId="0" sldId="265"/>
            <ac:spMk id="3" creationId="{00000000-0000-0000-0000-000000000000}"/>
          </ac:spMkLst>
        </pc:spChg>
        <pc:spChg chg="mod">
          <ac:chgData name="Haroon Ahmad | Origem Medical" userId="d95fdbb4-7ad1-4559-ad0d-992f42039f7b" providerId="ADAL" clId="{0D142275-0EBC-4454-B550-9EEFE164D21F}" dt="2025-06-13T08:06:13.675" v="231" actId="6549"/>
          <ac:spMkLst>
            <pc:docMk/>
            <pc:sldMk cId="0" sldId="265"/>
            <ac:spMk id="6" creationId="{00000000-0000-0000-0000-000000000000}"/>
          </ac:spMkLst>
        </pc:spChg>
        <pc:spChg chg="mod">
          <ac:chgData name="Haroon Ahmad | Origem Medical" userId="d95fdbb4-7ad1-4559-ad0d-992f42039f7b" providerId="ADAL" clId="{0D142275-0EBC-4454-B550-9EEFE164D21F}" dt="2025-06-13T08:06:07.384" v="230" actId="20577"/>
          <ac:spMkLst>
            <pc:docMk/>
            <pc:sldMk cId="0" sldId="265"/>
            <ac:spMk id="9" creationId="{00000000-0000-0000-0000-000000000000}"/>
          </ac:spMkLst>
        </pc:spChg>
      </pc:sldChg>
      <pc:sldChg chg="addSp delSp modSp mod">
        <pc:chgData name="Haroon Ahmad | Origem Medical" userId="d95fdbb4-7ad1-4559-ad0d-992f42039f7b" providerId="ADAL" clId="{0D142275-0EBC-4454-B550-9EEFE164D21F}" dt="2025-06-13T08:05:09.264" v="138" actId="478"/>
        <pc:sldMkLst>
          <pc:docMk/>
          <pc:sldMk cId="0" sldId="266"/>
        </pc:sldMkLst>
        <pc:spChg chg="del">
          <ac:chgData name="Haroon Ahmad | Origem Medical" userId="d95fdbb4-7ad1-4559-ad0d-992f42039f7b" providerId="ADAL" clId="{0D142275-0EBC-4454-B550-9EEFE164D21F}" dt="2025-06-13T08:04:47.335" v="101" actId="478"/>
          <ac:spMkLst>
            <pc:docMk/>
            <pc:sldMk cId="0" sldId="266"/>
            <ac:spMk id="5" creationId="{00000000-0000-0000-0000-000000000000}"/>
          </ac:spMkLst>
        </pc:spChg>
        <pc:spChg chg="del">
          <ac:chgData name="Haroon Ahmad | Origem Medical" userId="d95fdbb4-7ad1-4559-ad0d-992f42039f7b" providerId="ADAL" clId="{0D142275-0EBC-4454-B550-9EEFE164D21F}" dt="2025-06-13T08:04:47.335" v="101" actId="478"/>
          <ac:spMkLst>
            <pc:docMk/>
            <pc:sldMk cId="0" sldId="266"/>
            <ac:spMk id="6" creationId="{00000000-0000-0000-0000-000000000000}"/>
          </ac:spMkLst>
        </pc:spChg>
        <pc:spChg chg="del">
          <ac:chgData name="Haroon Ahmad | Origem Medical" userId="d95fdbb4-7ad1-4559-ad0d-992f42039f7b" providerId="ADAL" clId="{0D142275-0EBC-4454-B550-9EEFE164D21F}" dt="2025-06-13T08:05:07.816" v="136" actId="478"/>
          <ac:spMkLst>
            <pc:docMk/>
            <pc:sldMk cId="0" sldId="266"/>
            <ac:spMk id="7" creationId="{00000000-0000-0000-0000-000000000000}"/>
          </ac:spMkLst>
        </pc:spChg>
        <pc:spChg chg="del">
          <ac:chgData name="Haroon Ahmad | Origem Medical" userId="d95fdbb4-7ad1-4559-ad0d-992f42039f7b" providerId="ADAL" clId="{0D142275-0EBC-4454-B550-9EEFE164D21F}" dt="2025-06-13T08:04:47.335" v="101" actId="478"/>
          <ac:spMkLst>
            <pc:docMk/>
            <pc:sldMk cId="0" sldId="266"/>
            <ac:spMk id="8" creationId="{00000000-0000-0000-0000-000000000000}"/>
          </ac:spMkLst>
        </pc:spChg>
        <pc:spChg chg="del">
          <ac:chgData name="Haroon Ahmad | Origem Medical" userId="d95fdbb4-7ad1-4559-ad0d-992f42039f7b" providerId="ADAL" clId="{0D142275-0EBC-4454-B550-9EEFE164D21F}" dt="2025-06-13T08:04:47.335" v="101" actId="478"/>
          <ac:spMkLst>
            <pc:docMk/>
            <pc:sldMk cId="0" sldId="266"/>
            <ac:spMk id="9" creationId="{00000000-0000-0000-0000-000000000000}"/>
          </ac:spMkLst>
        </pc:spChg>
        <pc:spChg chg="del">
          <ac:chgData name="Haroon Ahmad | Origem Medical" userId="d95fdbb4-7ad1-4559-ad0d-992f42039f7b" providerId="ADAL" clId="{0D142275-0EBC-4454-B550-9EEFE164D21F}" dt="2025-06-13T08:05:08.639" v="137" actId="478"/>
          <ac:spMkLst>
            <pc:docMk/>
            <pc:sldMk cId="0" sldId="266"/>
            <ac:spMk id="10" creationId="{00000000-0000-0000-0000-000000000000}"/>
          </ac:spMkLst>
        </pc:spChg>
        <pc:spChg chg="del">
          <ac:chgData name="Haroon Ahmad | Origem Medical" userId="d95fdbb4-7ad1-4559-ad0d-992f42039f7b" providerId="ADAL" clId="{0D142275-0EBC-4454-B550-9EEFE164D21F}" dt="2025-06-13T08:04:47.335" v="101" actId="478"/>
          <ac:spMkLst>
            <pc:docMk/>
            <pc:sldMk cId="0" sldId="266"/>
            <ac:spMk id="11" creationId="{00000000-0000-0000-0000-000000000000}"/>
          </ac:spMkLst>
        </pc:spChg>
        <pc:spChg chg="del">
          <ac:chgData name="Haroon Ahmad | Origem Medical" userId="d95fdbb4-7ad1-4559-ad0d-992f42039f7b" providerId="ADAL" clId="{0D142275-0EBC-4454-B550-9EEFE164D21F}" dt="2025-06-13T08:04:47.335" v="101" actId="478"/>
          <ac:spMkLst>
            <pc:docMk/>
            <pc:sldMk cId="0" sldId="266"/>
            <ac:spMk id="12" creationId="{00000000-0000-0000-0000-000000000000}"/>
          </ac:spMkLst>
        </pc:spChg>
        <pc:spChg chg="del">
          <ac:chgData name="Haroon Ahmad | Origem Medical" userId="d95fdbb4-7ad1-4559-ad0d-992f42039f7b" providerId="ADAL" clId="{0D142275-0EBC-4454-B550-9EEFE164D21F}" dt="2025-06-13T08:05:09.264" v="138" actId="478"/>
          <ac:spMkLst>
            <pc:docMk/>
            <pc:sldMk cId="0" sldId="266"/>
            <ac:spMk id="13" creationId="{00000000-0000-0000-0000-000000000000}"/>
          </ac:spMkLst>
        </pc:spChg>
        <pc:spChg chg="del">
          <ac:chgData name="Haroon Ahmad | Origem Medical" userId="d95fdbb4-7ad1-4559-ad0d-992f42039f7b" providerId="ADAL" clId="{0D142275-0EBC-4454-B550-9EEFE164D21F}" dt="2025-06-13T08:04:47.335" v="101" actId="478"/>
          <ac:spMkLst>
            <pc:docMk/>
            <pc:sldMk cId="0" sldId="266"/>
            <ac:spMk id="14" creationId="{00000000-0000-0000-0000-000000000000}"/>
          </ac:spMkLst>
        </pc:spChg>
        <pc:spChg chg="del">
          <ac:chgData name="Haroon Ahmad | Origem Medical" userId="d95fdbb4-7ad1-4559-ad0d-992f42039f7b" providerId="ADAL" clId="{0D142275-0EBC-4454-B550-9EEFE164D21F}" dt="2025-06-13T08:04:47.335" v="101" actId="478"/>
          <ac:spMkLst>
            <pc:docMk/>
            <pc:sldMk cId="0" sldId="266"/>
            <ac:spMk id="15" creationId="{00000000-0000-0000-0000-000000000000}"/>
          </ac:spMkLst>
        </pc:spChg>
        <pc:spChg chg="add mod">
          <ac:chgData name="Haroon Ahmad | Origem Medical" userId="d95fdbb4-7ad1-4559-ad0d-992f42039f7b" providerId="ADAL" clId="{0D142275-0EBC-4454-B550-9EEFE164D21F}" dt="2025-06-13T08:01:26.568" v="95"/>
          <ac:spMkLst>
            <pc:docMk/>
            <pc:sldMk cId="0" sldId="266"/>
            <ac:spMk id="16" creationId="{DBE7A404-84DA-0CED-A104-8271F2A4F9CF}"/>
          </ac:spMkLst>
        </pc:spChg>
        <pc:spChg chg="add mod">
          <ac:chgData name="Haroon Ahmad | Origem Medical" userId="d95fdbb4-7ad1-4559-ad0d-992f42039f7b" providerId="ADAL" clId="{0D142275-0EBC-4454-B550-9EEFE164D21F}" dt="2025-06-13T08:05:06.210" v="135" actId="207"/>
          <ac:spMkLst>
            <pc:docMk/>
            <pc:sldMk cId="0" sldId="266"/>
            <ac:spMk id="17" creationId="{BAA7C553-2F4C-6884-C0AB-88B90EAEB705}"/>
          </ac:spMkLst>
        </pc:spChg>
        <pc:picChg chg="del">
          <ac:chgData name="Haroon Ahmad | Origem Medical" userId="d95fdbb4-7ad1-4559-ad0d-992f42039f7b" providerId="ADAL" clId="{0D142275-0EBC-4454-B550-9EEFE164D21F}" dt="2025-06-13T08:01:25.481" v="94" actId="478"/>
          <ac:picMkLst>
            <pc:docMk/>
            <pc:sldMk cId="0" sldId="266"/>
            <ac:picMk id="2" creationId="{00000000-0000-0000-0000-000000000000}"/>
          </ac:picMkLst>
        </pc:picChg>
      </pc:sldChg>
      <pc:sldChg chg="addSp delSp modSp mod">
        <pc:chgData name="Haroon Ahmad | Origem Medical" userId="d95fdbb4-7ad1-4559-ad0d-992f42039f7b" providerId="ADAL" clId="{0D142275-0EBC-4454-B550-9EEFE164D21F}" dt="2025-06-13T08:27:07.706" v="913" actId="20577"/>
        <pc:sldMkLst>
          <pc:docMk/>
          <pc:sldMk cId="0" sldId="267"/>
        </pc:sldMkLst>
        <pc:spChg chg="mod">
          <ac:chgData name="Haroon Ahmad | Origem Medical" userId="d95fdbb4-7ad1-4559-ad0d-992f42039f7b" providerId="ADAL" clId="{0D142275-0EBC-4454-B550-9EEFE164D21F}" dt="2025-06-13T08:26:13.319" v="866" actId="1076"/>
          <ac:spMkLst>
            <pc:docMk/>
            <pc:sldMk cId="0" sldId="267"/>
            <ac:spMk id="5" creationId="{00000000-0000-0000-0000-000000000000}"/>
          </ac:spMkLst>
        </pc:spChg>
        <pc:spChg chg="mod">
          <ac:chgData name="Haroon Ahmad | Origem Medical" userId="d95fdbb4-7ad1-4559-ad0d-992f42039f7b" providerId="ADAL" clId="{0D142275-0EBC-4454-B550-9EEFE164D21F}" dt="2025-06-13T08:26:13.319" v="866" actId="1076"/>
          <ac:spMkLst>
            <pc:docMk/>
            <pc:sldMk cId="0" sldId="267"/>
            <ac:spMk id="6" creationId="{00000000-0000-0000-0000-000000000000}"/>
          </ac:spMkLst>
        </pc:spChg>
        <pc:spChg chg="mod">
          <ac:chgData name="Haroon Ahmad | Origem Medical" userId="d95fdbb4-7ad1-4559-ad0d-992f42039f7b" providerId="ADAL" clId="{0D142275-0EBC-4454-B550-9EEFE164D21F}" dt="2025-06-13T08:26:06.638" v="865" actId="6549"/>
          <ac:spMkLst>
            <pc:docMk/>
            <pc:sldMk cId="0" sldId="267"/>
            <ac:spMk id="8" creationId="{00000000-0000-0000-0000-000000000000}"/>
          </ac:spMkLst>
        </pc:spChg>
        <pc:spChg chg="mod">
          <ac:chgData name="Haroon Ahmad | Origem Medical" userId="d95fdbb4-7ad1-4559-ad0d-992f42039f7b" providerId="ADAL" clId="{0D142275-0EBC-4454-B550-9EEFE164D21F}" dt="2025-06-13T08:26:02.596" v="863" actId="14100"/>
          <ac:spMkLst>
            <pc:docMk/>
            <pc:sldMk cId="0" sldId="267"/>
            <ac:spMk id="9" creationId="{00000000-0000-0000-0000-000000000000}"/>
          </ac:spMkLst>
        </pc:spChg>
        <pc:spChg chg="mod">
          <ac:chgData name="Haroon Ahmad | Origem Medical" userId="d95fdbb4-7ad1-4559-ad0d-992f42039f7b" providerId="ADAL" clId="{0D142275-0EBC-4454-B550-9EEFE164D21F}" dt="2025-06-13T08:10:27.116" v="585" actId="1076"/>
          <ac:spMkLst>
            <pc:docMk/>
            <pc:sldMk cId="0" sldId="267"/>
            <ac:spMk id="11" creationId="{00000000-0000-0000-0000-000000000000}"/>
          </ac:spMkLst>
        </pc:spChg>
        <pc:spChg chg="mod">
          <ac:chgData name="Haroon Ahmad | Origem Medical" userId="d95fdbb4-7ad1-4559-ad0d-992f42039f7b" providerId="ADAL" clId="{0D142275-0EBC-4454-B550-9EEFE164D21F}" dt="2025-06-13T08:10:29.898" v="586" actId="1076"/>
          <ac:spMkLst>
            <pc:docMk/>
            <pc:sldMk cId="0" sldId="267"/>
            <ac:spMk id="12" creationId="{00000000-0000-0000-0000-000000000000}"/>
          </ac:spMkLst>
        </pc:spChg>
        <pc:spChg chg="mod">
          <ac:chgData name="Haroon Ahmad | Origem Medical" userId="d95fdbb4-7ad1-4559-ad0d-992f42039f7b" providerId="ADAL" clId="{0D142275-0EBC-4454-B550-9EEFE164D21F}" dt="2025-06-13T08:10:11.263" v="582" actId="1076"/>
          <ac:spMkLst>
            <pc:docMk/>
            <pc:sldMk cId="0" sldId="267"/>
            <ac:spMk id="14" creationId="{00000000-0000-0000-0000-000000000000}"/>
          </ac:spMkLst>
        </pc:spChg>
        <pc:spChg chg="mod">
          <ac:chgData name="Haroon Ahmad | Origem Medical" userId="d95fdbb4-7ad1-4559-ad0d-992f42039f7b" providerId="ADAL" clId="{0D142275-0EBC-4454-B550-9EEFE164D21F}" dt="2025-06-13T08:27:07.706" v="913" actId="20577"/>
          <ac:spMkLst>
            <pc:docMk/>
            <pc:sldMk cId="0" sldId="267"/>
            <ac:spMk id="15" creationId="{00000000-0000-0000-0000-000000000000}"/>
          </ac:spMkLst>
        </pc:spChg>
        <pc:spChg chg="add mod">
          <ac:chgData name="Haroon Ahmad | Origem Medical" userId="d95fdbb4-7ad1-4559-ad0d-992f42039f7b" providerId="ADAL" clId="{0D142275-0EBC-4454-B550-9EEFE164D21F}" dt="2025-06-13T08:01:32.935" v="98" actId="1076"/>
          <ac:spMkLst>
            <pc:docMk/>
            <pc:sldMk cId="0" sldId="267"/>
            <ac:spMk id="16" creationId="{1EFC105D-F51F-3E6E-FD3F-915A575E0B8D}"/>
          </ac:spMkLst>
        </pc:spChg>
        <pc:spChg chg="add del mod">
          <ac:chgData name="Haroon Ahmad | Origem Medical" userId="d95fdbb4-7ad1-4559-ad0d-992f42039f7b" providerId="ADAL" clId="{0D142275-0EBC-4454-B550-9EEFE164D21F}" dt="2025-06-13T08:10:02.375" v="581" actId="478"/>
          <ac:spMkLst>
            <pc:docMk/>
            <pc:sldMk cId="0" sldId="267"/>
            <ac:spMk id="18" creationId="{FD42F1D7-4275-33E4-6EBD-CAFF0D25D6ED}"/>
          </ac:spMkLst>
        </pc:spChg>
        <pc:spChg chg="add del mod">
          <ac:chgData name="Haroon Ahmad | Origem Medical" userId="d95fdbb4-7ad1-4559-ad0d-992f42039f7b" providerId="ADAL" clId="{0D142275-0EBC-4454-B550-9EEFE164D21F}" dt="2025-06-13T08:10:00.839" v="580" actId="478"/>
          <ac:spMkLst>
            <pc:docMk/>
            <pc:sldMk cId="0" sldId="267"/>
            <ac:spMk id="19" creationId="{0A184A48-F54A-5903-0629-24D3CFE613C6}"/>
          </ac:spMkLst>
        </pc:spChg>
        <pc:picChg chg="del">
          <ac:chgData name="Haroon Ahmad | Origem Medical" userId="d95fdbb4-7ad1-4559-ad0d-992f42039f7b" providerId="ADAL" clId="{0D142275-0EBC-4454-B550-9EEFE164D21F}" dt="2025-06-13T08:01:29.440" v="96" actId="478"/>
          <ac:picMkLst>
            <pc:docMk/>
            <pc:sldMk cId="0" sldId="267"/>
            <ac:picMk id="2" creationId="{00000000-0000-0000-0000-000000000000}"/>
          </ac:picMkLst>
        </pc:picChg>
        <pc:picChg chg="mod">
          <ac:chgData name="Haroon Ahmad | Origem Medical" userId="d95fdbb4-7ad1-4559-ad0d-992f42039f7b" providerId="ADAL" clId="{0D142275-0EBC-4454-B550-9EEFE164D21F}" dt="2025-06-13T08:26:13.319" v="866" actId="1076"/>
          <ac:picMkLst>
            <pc:docMk/>
            <pc:sldMk cId="0" sldId="267"/>
            <ac:picMk id="4" creationId="{00000000-0000-0000-0000-000000000000}"/>
          </ac:picMkLst>
        </pc:picChg>
        <pc:picChg chg="mod">
          <ac:chgData name="Haroon Ahmad | Origem Medical" userId="d95fdbb4-7ad1-4559-ad0d-992f42039f7b" providerId="ADAL" clId="{0D142275-0EBC-4454-B550-9EEFE164D21F}" dt="2025-06-13T08:26:02.596" v="863" actId="14100"/>
          <ac:picMkLst>
            <pc:docMk/>
            <pc:sldMk cId="0" sldId="267"/>
            <ac:picMk id="7" creationId="{00000000-0000-0000-0000-000000000000}"/>
          </ac:picMkLst>
        </pc:picChg>
        <pc:picChg chg="mod">
          <ac:chgData name="Haroon Ahmad | Origem Medical" userId="d95fdbb4-7ad1-4559-ad0d-992f42039f7b" providerId="ADAL" clId="{0D142275-0EBC-4454-B550-9EEFE164D21F}" dt="2025-06-13T08:10:32.309" v="587" actId="1076"/>
          <ac:picMkLst>
            <pc:docMk/>
            <pc:sldMk cId="0" sldId="267"/>
            <ac:picMk id="10" creationId="{00000000-0000-0000-0000-000000000000}"/>
          </ac:picMkLst>
        </pc:picChg>
        <pc:picChg chg="mod">
          <ac:chgData name="Haroon Ahmad | Origem Medical" userId="d95fdbb4-7ad1-4559-ad0d-992f42039f7b" providerId="ADAL" clId="{0D142275-0EBC-4454-B550-9EEFE164D21F}" dt="2025-06-13T08:10:11.263" v="582" actId="1076"/>
          <ac:picMkLst>
            <pc:docMk/>
            <pc:sldMk cId="0" sldId="267"/>
            <ac:picMk id="13" creationId="{00000000-0000-0000-0000-000000000000}"/>
          </ac:picMkLst>
        </pc:picChg>
        <pc:picChg chg="add del mod">
          <ac:chgData name="Haroon Ahmad | Origem Medical" userId="d95fdbb4-7ad1-4559-ad0d-992f42039f7b" providerId="ADAL" clId="{0D142275-0EBC-4454-B550-9EEFE164D21F}" dt="2025-06-13T08:09:57.944" v="578" actId="478"/>
          <ac:picMkLst>
            <pc:docMk/>
            <pc:sldMk cId="0" sldId="267"/>
            <ac:picMk id="17" creationId="{D518FD5E-D81A-A63D-BCC7-190CD6112503}"/>
          </ac:picMkLst>
        </pc:picChg>
      </pc:sldChg>
      <pc:sldChg chg="add del">
        <pc:chgData name="Haroon Ahmad | Origem Medical" userId="d95fdbb4-7ad1-4559-ad0d-992f42039f7b" providerId="ADAL" clId="{0D142275-0EBC-4454-B550-9EEFE164D21F}" dt="2025-06-13T08:06:31.109" v="233"/>
        <pc:sldMkLst>
          <pc:docMk/>
          <pc:sldMk cId="2076764148" sldId="268"/>
        </pc:sldMkLst>
      </pc:sldChg>
      <pc:sldChg chg="delSp modSp add mod ord">
        <pc:chgData name="Haroon Ahmad | Origem Medical" userId="d95fdbb4-7ad1-4559-ad0d-992f42039f7b" providerId="ADAL" clId="{0D142275-0EBC-4454-B550-9EEFE164D21F}" dt="2025-06-13T08:25:48.733" v="860" actId="20577"/>
        <pc:sldMkLst>
          <pc:docMk/>
          <pc:sldMk cId="4186032699" sldId="268"/>
        </pc:sldMkLst>
        <pc:spChg chg="mod">
          <ac:chgData name="Haroon Ahmad | Origem Medical" userId="d95fdbb4-7ad1-4559-ad0d-992f42039f7b" providerId="ADAL" clId="{0D142275-0EBC-4454-B550-9EEFE164D21F}" dt="2025-06-13T08:07:41.598" v="290" actId="20577"/>
          <ac:spMkLst>
            <pc:docMk/>
            <pc:sldMk cId="4186032699" sldId="268"/>
            <ac:spMk id="3" creationId="{BAFFE236-3E21-58E8-8B37-2C3BC9944A6C}"/>
          </ac:spMkLst>
        </pc:spChg>
        <pc:spChg chg="del">
          <ac:chgData name="Haroon Ahmad | Origem Medical" userId="d95fdbb4-7ad1-4559-ad0d-992f42039f7b" providerId="ADAL" clId="{0D142275-0EBC-4454-B550-9EEFE164D21F}" dt="2025-06-13T08:06:50.503" v="244" actId="478"/>
          <ac:spMkLst>
            <pc:docMk/>
            <pc:sldMk cId="4186032699" sldId="268"/>
            <ac:spMk id="6" creationId="{31591E75-0408-F1B3-B947-3BA294D58AAD}"/>
          </ac:spMkLst>
        </pc:spChg>
        <pc:spChg chg="del">
          <ac:chgData name="Haroon Ahmad | Origem Medical" userId="d95fdbb4-7ad1-4559-ad0d-992f42039f7b" providerId="ADAL" clId="{0D142275-0EBC-4454-B550-9EEFE164D21F}" dt="2025-06-13T08:06:50.503" v="244" actId="478"/>
          <ac:spMkLst>
            <pc:docMk/>
            <pc:sldMk cId="4186032699" sldId="268"/>
            <ac:spMk id="7" creationId="{E37AE530-F2F8-52A1-0F98-36BB5F4DC222}"/>
          </ac:spMkLst>
        </pc:spChg>
        <pc:spChg chg="del">
          <ac:chgData name="Haroon Ahmad | Origem Medical" userId="d95fdbb4-7ad1-4559-ad0d-992f42039f7b" providerId="ADAL" clId="{0D142275-0EBC-4454-B550-9EEFE164D21F}" dt="2025-06-13T08:06:50.503" v="244" actId="478"/>
          <ac:spMkLst>
            <pc:docMk/>
            <pc:sldMk cId="4186032699" sldId="268"/>
            <ac:spMk id="10" creationId="{E9141FED-59C0-4AE3-E17B-267B8B950A0B}"/>
          </ac:spMkLst>
        </pc:spChg>
        <pc:spChg chg="del">
          <ac:chgData name="Haroon Ahmad | Origem Medical" userId="d95fdbb4-7ad1-4559-ad0d-992f42039f7b" providerId="ADAL" clId="{0D142275-0EBC-4454-B550-9EEFE164D21F}" dt="2025-06-13T08:06:50.503" v="244" actId="478"/>
          <ac:spMkLst>
            <pc:docMk/>
            <pc:sldMk cId="4186032699" sldId="268"/>
            <ac:spMk id="11" creationId="{53AC3305-965C-7A96-5F7E-6DB347B5C309}"/>
          </ac:spMkLst>
        </pc:spChg>
        <pc:spChg chg="del">
          <ac:chgData name="Haroon Ahmad | Origem Medical" userId="d95fdbb4-7ad1-4559-ad0d-992f42039f7b" providerId="ADAL" clId="{0D142275-0EBC-4454-B550-9EEFE164D21F}" dt="2025-06-13T08:06:50.503" v="244" actId="478"/>
          <ac:spMkLst>
            <pc:docMk/>
            <pc:sldMk cId="4186032699" sldId="268"/>
            <ac:spMk id="12" creationId="{94E99387-77E6-11E3-DF4C-CDBF9FB7B8F1}"/>
          </ac:spMkLst>
        </pc:spChg>
        <pc:spChg chg="del">
          <ac:chgData name="Haroon Ahmad | Origem Medical" userId="d95fdbb4-7ad1-4559-ad0d-992f42039f7b" providerId="ADAL" clId="{0D142275-0EBC-4454-B550-9EEFE164D21F}" dt="2025-06-13T08:06:50.503" v="244" actId="478"/>
          <ac:spMkLst>
            <pc:docMk/>
            <pc:sldMk cId="4186032699" sldId="268"/>
            <ac:spMk id="15" creationId="{729A15E8-8ACF-A866-AA63-FFB2607F7446}"/>
          </ac:spMkLst>
        </pc:spChg>
        <pc:spChg chg="del">
          <ac:chgData name="Haroon Ahmad | Origem Medical" userId="d95fdbb4-7ad1-4559-ad0d-992f42039f7b" providerId="ADAL" clId="{0D142275-0EBC-4454-B550-9EEFE164D21F}" dt="2025-06-13T08:06:50.503" v="244" actId="478"/>
          <ac:spMkLst>
            <pc:docMk/>
            <pc:sldMk cId="4186032699" sldId="268"/>
            <ac:spMk id="18" creationId="{F87C8CEF-1228-1E01-7007-45628AE6323D}"/>
          </ac:spMkLst>
        </pc:spChg>
        <pc:spChg chg="del">
          <ac:chgData name="Haroon Ahmad | Origem Medical" userId="d95fdbb4-7ad1-4559-ad0d-992f42039f7b" providerId="ADAL" clId="{0D142275-0EBC-4454-B550-9EEFE164D21F}" dt="2025-06-13T08:06:50.503" v="244" actId="478"/>
          <ac:spMkLst>
            <pc:docMk/>
            <pc:sldMk cId="4186032699" sldId="268"/>
            <ac:spMk id="19" creationId="{01DFC2A5-833E-9854-D774-DD577564267C}"/>
          </ac:spMkLst>
        </pc:spChg>
        <pc:spChg chg="del">
          <ac:chgData name="Haroon Ahmad | Origem Medical" userId="d95fdbb4-7ad1-4559-ad0d-992f42039f7b" providerId="ADAL" clId="{0D142275-0EBC-4454-B550-9EEFE164D21F}" dt="2025-06-13T08:06:50.503" v="244" actId="478"/>
          <ac:spMkLst>
            <pc:docMk/>
            <pc:sldMk cId="4186032699" sldId="268"/>
            <ac:spMk id="21" creationId="{DB64361A-B89F-60AA-74F5-83983E7A2786}"/>
          </ac:spMkLst>
        </pc:spChg>
        <pc:spChg chg="del">
          <ac:chgData name="Haroon Ahmad | Origem Medical" userId="d95fdbb4-7ad1-4559-ad0d-992f42039f7b" providerId="ADAL" clId="{0D142275-0EBC-4454-B550-9EEFE164D21F}" dt="2025-06-13T08:06:50.503" v="244" actId="478"/>
          <ac:spMkLst>
            <pc:docMk/>
            <pc:sldMk cId="4186032699" sldId="268"/>
            <ac:spMk id="22" creationId="{02D9200D-6974-0840-0A4A-8B864C02BBC8}"/>
          </ac:spMkLst>
        </pc:spChg>
        <pc:spChg chg="mod">
          <ac:chgData name="Haroon Ahmad | Origem Medical" userId="d95fdbb4-7ad1-4559-ad0d-992f42039f7b" providerId="ADAL" clId="{0D142275-0EBC-4454-B550-9EEFE164D21F}" dt="2025-06-13T08:25:48.733" v="860" actId="20577"/>
          <ac:spMkLst>
            <pc:docMk/>
            <pc:sldMk cId="4186032699" sldId="268"/>
            <ac:spMk id="25" creationId="{765038C8-EFEC-4836-940C-18C4CB3BABDC}"/>
          </ac:spMkLst>
        </pc:spChg>
      </pc:sldChg>
      <pc:sldChg chg="modSp add mod">
        <pc:chgData name="Haroon Ahmad | Origem Medical" userId="d95fdbb4-7ad1-4559-ad0d-992f42039f7b" providerId="ADAL" clId="{0D142275-0EBC-4454-B550-9EEFE164D21F}" dt="2025-06-13T08:07:28.383" v="283" actId="20577"/>
        <pc:sldMkLst>
          <pc:docMk/>
          <pc:sldMk cId="545462962" sldId="269"/>
        </pc:sldMkLst>
        <pc:spChg chg="mod">
          <ac:chgData name="Haroon Ahmad | Origem Medical" userId="d95fdbb4-7ad1-4559-ad0d-992f42039f7b" providerId="ADAL" clId="{0D142275-0EBC-4454-B550-9EEFE164D21F}" dt="2025-06-13T08:07:23.340" v="273" actId="20577"/>
          <ac:spMkLst>
            <pc:docMk/>
            <pc:sldMk cId="545462962" sldId="269"/>
            <ac:spMk id="3" creationId="{25EC7A79-1F09-35E7-B8B7-51E19155C56A}"/>
          </ac:spMkLst>
        </pc:spChg>
        <pc:spChg chg="mod">
          <ac:chgData name="Haroon Ahmad | Origem Medical" userId="d95fdbb4-7ad1-4559-ad0d-992f42039f7b" providerId="ADAL" clId="{0D142275-0EBC-4454-B550-9EEFE164D21F}" dt="2025-06-13T08:07:28.383" v="283" actId="20577"/>
          <ac:spMkLst>
            <pc:docMk/>
            <pc:sldMk cId="545462962" sldId="269"/>
            <ac:spMk id="17" creationId="{093971ED-DF5D-2CE5-9A7E-4DB845AD8CCE}"/>
          </ac:spMkLst>
        </pc:spChg>
      </pc:sldChg>
      <pc:sldChg chg="addSp delSp modSp add mod">
        <pc:chgData name="Haroon Ahmad | Origem Medical" userId="d95fdbb4-7ad1-4559-ad0d-992f42039f7b" providerId="ADAL" clId="{0D142275-0EBC-4454-B550-9EEFE164D21F}" dt="2025-06-13T08:27:25.195" v="932" actId="20577"/>
        <pc:sldMkLst>
          <pc:docMk/>
          <pc:sldMk cId="2981173133" sldId="270"/>
        </pc:sldMkLst>
        <pc:spChg chg="add mod">
          <ac:chgData name="Haroon Ahmad | Origem Medical" userId="d95fdbb4-7ad1-4559-ad0d-992f42039f7b" providerId="ADAL" clId="{0D142275-0EBC-4454-B550-9EEFE164D21F}" dt="2025-06-13T08:27:25.195" v="932" actId="20577"/>
          <ac:spMkLst>
            <pc:docMk/>
            <pc:sldMk cId="2981173133" sldId="270"/>
            <ac:spMk id="2" creationId="{F963BB43-0F7D-1C86-39E4-77956A0D33DC}"/>
          </ac:spMkLst>
        </pc:spChg>
        <pc:spChg chg="del">
          <ac:chgData name="Haroon Ahmad | Origem Medical" userId="d95fdbb4-7ad1-4559-ad0d-992f42039f7b" providerId="ADAL" clId="{0D142275-0EBC-4454-B550-9EEFE164D21F}" dt="2025-06-13T08:27:15.363" v="915" actId="478"/>
          <ac:spMkLst>
            <pc:docMk/>
            <pc:sldMk cId="2981173133" sldId="270"/>
            <ac:spMk id="3" creationId="{91253F48-6E99-F8EB-6BF9-CD1189531619}"/>
          </ac:spMkLst>
        </pc:spChg>
        <pc:spChg chg="del">
          <ac:chgData name="Haroon Ahmad | Origem Medical" userId="d95fdbb4-7ad1-4559-ad0d-992f42039f7b" providerId="ADAL" clId="{0D142275-0EBC-4454-B550-9EEFE164D21F}" dt="2025-06-13T08:27:15.363" v="915" actId="478"/>
          <ac:spMkLst>
            <pc:docMk/>
            <pc:sldMk cId="2981173133" sldId="270"/>
            <ac:spMk id="5" creationId="{83AAE1A6-C182-5449-33F0-79112D104864}"/>
          </ac:spMkLst>
        </pc:spChg>
        <pc:spChg chg="del">
          <ac:chgData name="Haroon Ahmad | Origem Medical" userId="d95fdbb4-7ad1-4559-ad0d-992f42039f7b" providerId="ADAL" clId="{0D142275-0EBC-4454-B550-9EEFE164D21F}" dt="2025-06-13T08:27:15.363" v="915" actId="478"/>
          <ac:spMkLst>
            <pc:docMk/>
            <pc:sldMk cId="2981173133" sldId="270"/>
            <ac:spMk id="6" creationId="{7296C1F1-30C2-1048-842F-EB9BE9538261}"/>
          </ac:spMkLst>
        </pc:spChg>
        <pc:spChg chg="del">
          <ac:chgData name="Haroon Ahmad | Origem Medical" userId="d95fdbb4-7ad1-4559-ad0d-992f42039f7b" providerId="ADAL" clId="{0D142275-0EBC-4454-B550-9EEFE164D21F}" dt="2025-06-13T08:27:15.363" v="915" actId="478"/>
          <ac:spMkLst>
            <pc:docMk/>
            <pc:sldMk cId="2981173133" sldId="270"/>
            <ac:spMk id="8" creationId="{7A84B3C1-97E8-1A33-226F-6CE442D4215A}"/>
          </ac:spMkLst>
        </pc:spChg>
        <pc:spChg chg="del">
          <ac:chgData name="Haroon Ahmad | Origem Medical" userId="d95fdbb4-7ad1-4559-ad0d-992f42039f7b" providerId="ADAL" clId="{0D142275-0EBC-4454-B550-9EEFE164D21F}" dt="2025-06-13T08:27:15.363" v="915" actId="478"/>
          <ac:spMkLst>
            <pc:docMk/>
            <pc:sldMk cId="2981173133" sldId="270"/>
            <ac:spMk id="9" creationId="{3F5B5403-E29D-9238-C258-40D1F9099AAB}"/>
          </ac:spMkLst>
        </pc:spChg>
        <pc:spChg chg="del">
          <ac:chgData name="Haroon Ahmad | Origem Medical" userId="d95fdbb4-7ad1-4559-ad0d-992f42039f7b" providerId="ADAL" clId="{0D142275-0EBC-4454-B550-9EEFE164D21F}" dt="2025-06-13T08:27:15.363" v="915" actId="478"/>
          <ac:spMkLst>
            <pc:docMk/>
            <pc:sldMk cId="2981173133" sldId="270"/>
            <ac:spMk id="11" creationId="{5D11EAE9-0A3C-CDA4-FDAD-C72AB5DABE5A}"/>
          </ac:spMkLst>
        </pc:spChg>
        <pc:spChg chg="del">
          <ac:chgData name="Haroon Ahmad | Origem Medical" userId="d95fdbb4-7ad1-4559-ad0d-992f42039f7b" providerId="ADAL" clId="{0D142275-0EBC-4454-B550-9EEFE164D21F}" dt="2025-06-13T08:27:15.363" v="915" actId="478"/>
          <ac:spMkLst>
            <pc:docMk/>
            <pc:sldMk cId="2981173133" sldId="270"/>
            <ac:spMk id="12" creationId="{12EB0A6A-0E40-2FB9-3540-E148C9EF6FAE}"/>
          </ac:spMkLst>
        </pc:spChg>
        <pc:spChg chg="del">
          <ac:chgData name="Haroon Ahmad | Origem Medical" userId="d95fdbb4-7ad1-4559-ad0d-992f42039f7b" providerId="ADAL" clId="{0D142275-0EBC-4454-B550-9EEFE164D21F}" dt="2025-06-13T08:27:15.363" v="915" actId="478"/>
          <ac:spMkLst>
            <pc:docMk/>
            <pc:sldMk cId="2981173133" sldId="270"/>
            <ac:spMk id="14" creationId="{15F83407-2084-338A-89EC-D3DD572C2D41}"/>
          </ac:spMkLst>
        </pc:spChg>
        <pc:spChg chg="del">
          <ac:chgData name="Haroon Ahmad | Origem Medical" userId="d95fdbb4-7ad1-4559-ad0d-992f42039f7b" providerId="ADAL" clId="{0D142275-0EBC-4454-B550-9EEFE164D21F}" dt="2025-06-13T08:27:15.363" v="915" actId="478"/>
          <ac:spMkLst>
            <pc:docMk/>
            <pc:sldMk cId="2981173133" sldId="270"/>
            <ac:spMk id="15" creationId="{73698EEA-920E-F1C0-0F34-415BA5E60BD4}"/>
          </ac:spMkLst>
        </pc:spChg>
        <pc:spChg chg="del">
          <ac:chgData name="Haroon Ahmad | Origem Medical" userId="d95fdbb4-7ad1-4559-ad0d-992f42039f7b" providerId="ADAL" clId="{0D142275-0EBC-4454-B550-9EEFE164D21F}" dt="2025-06-13T08:27:15.363" v="915" actId="478"/>
          <ac:spMkLst>
            <pc:docMk/>
            <pc:sldMk cId="2981173133" sldId="270"/>
            <ac:spMk id="16" creationId="{D76C4F8D-2887-AE6C-D45C-9D0002D5B053}"/>
          </ac:spMkLst>
        </pc:spChg>
      </pc:sldChg>
      <pc:sldChg chg="modSp add mod">
        <pc:chgData name="Haroon Ahmad | Origem Medical" userId="d95fdbb4-7ad1-4559-ad0d-992f42039f7b" providerId="ADAL" clId="{0D142275-0EBC-4454-B550-9EEFE164D21F}" dt="2025-06-13T09:38:14.907" v="1117" actId="20577"/>
        <pc:sldMkLst>
          <pc:docMk/>
          <pc:sldMk cId="0" sldId="271"/>
        </pc:sldMkLst>
        <pc:spChg chg="mod">
          <ac:chgData name="Haroon Ahmad | Origem Medical" userId="d95fdbb4-7ad1-4559-ad0d-992f42039f7b" providerId="ADAL" clId="{0D142275-0EBC-4454-B550-9EEFE164D21F}" dt="2025-06-13T09:38:14.907" v="1117" actId="20577"/>
          <ac:spMkLst>
            <pc:docMk/>
            <pc:sldMk cId="0" sldId="271"/>
            <ac:spMk id="1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9263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BD3C8-8A9D-D18C-194F-702CCC0D7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287B64-C69A-5A86-6455-90F449F8DD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A36B7C-ED37-B921-74F0-3560A2AEAF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EB21A-9978-835D-FA7F-057F720D98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7366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4DFA2-0D6E-9330-5017-9CB547F73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20B0F8-EF0A-DB7C-B6E0-CF62F6EBB8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09824E-1281-DE43-B874-9564D1FF7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AB21CB-57F0-4CC2-66DA-574A03D278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91626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337B8-2E8E-4839-C590-7CB99F2F1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C8B3E3-78C7-A9F3-37DB-9D94DA23DB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20E81D-A648-AED9-DB18-F27E5D9188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7147B0-FE21-D7C4-8F13-EFBDC644DB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579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  <p:extLst>
      <p:ext uri="{BB962C8B-B14F-4D97-AF65-F5344CB8AC3E}">
        <p14:creationId xmlns:p14="http://schemas.microsoft.com/office/powerpoint/2010/main" val="218099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1441490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SimpliMed GmbH Investorenpräsentation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19920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Modernisierung &amp; Skalierung der Praxisplattform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381726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Juni 2025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109373" y="4548664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4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4.000+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6069181" y="5419686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Aktive Kund:innen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069181" y="6264435"/>
            <a:ext cx="23298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Treue Nutzerbasis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8893493" y="4548664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4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15 Mio. €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8853301" y="5419686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Umsatzpotenzial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853301" y="5910105"/>
            <a:ext cx="23298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Jährlich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1838388" y="4548664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48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300k €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11798196" y="5419686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Kapitalbedarf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1798196" y="5910105"/>
            <a:ext cx="23298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Für Wachstum</a:t>
            </a:r>
            <a:endParaRPr lang="en-US" sz="1750" dirty="0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D867E768-ADD3-8D45-4B82-7B8631843E6E}"/>
              </a:ext>
            </a:extLst>
          </p:cNvPr>
          <p:cNvSpPr/>
          <p:nvPr/>
        </p:nvSpPr>
        <p:spPr>
          <a:xfrm>
            <a:off x="0" y="0"/>
            <a:ext cx="5938576" cy="822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BIld</a:t>
            </a:r>
            <a:endParaRPr lang="de-D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72259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Executive Summary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1771531"/>
            <a:ext cx="3664744" cy="3475792"/>
          </a:xfrm>
          <a:prstGeom prst="roundRect">
            <a:avLst>
              <a:gd name="adj" fmla="val 979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2"/>
          <p:cNvSpPr/>
          <p:nvPr/>
        </p:nvSpPr>
        <p:spPr>
          <a:xfrm>
            <a:off x="1020604" y="1998345"/>
            <a:ext cx="32111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Etablierte Praxissoftware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2843093"/>
            <a:ext cx="3211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SimpliMed ist eine etablierte Praxissoftware für den Selbstzahlermarkt mit über 4.000 aktiven Kund:innen.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348" y="1771531"/>
            <a:ext cx="3664863" cy="3475792"/>
          </a:xfrm>
          <a:prstGeom prst="roundRect">
            <a:avLst>
              <a:gd name="adj" fmla="val 979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5"/>
          <p:cNvSpPr/>
          <p:nvPr/>
        </p:nvSpPr>
        <p:spPr>
          <a:xfrm>
            <a:off x="4912162" y="1998345"/>
            <a:ext cx="321123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Technologische Neuausrichtung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2162" y="2843093"/>
            <a:ext cx="3211235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Mit einer technologischen Neuausrichtung und neuer Monetarisierungslogik erschließen wir ein jährliches Umsatzpotenzial von über 15 Mio. €.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474137"/>
            <a:ext cx="7556421" cy="2032754"/>
          </a:xfrm>
          <a:prstGeom prst="roundRect">
            <a:avLst>
              <a:gd name="adj" fmla="val 1674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8"/>
          <p:cNvSpPr/>
          <p:nvPr/>
        </p:nvSpPr>
        <p:spPr>
          <a:xfrm>
            <a:off x="1020604" y="57009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Finanzierungsbedarf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0604" y="6191369"/>
            <a:ext cx="710279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Gesucht: 300.000 € für technische Entwicklung, Migration und Marktexpansion. Finanzierung möglich über Beteiligung oder Darlehen.</a:t>
            </a:r>
            <a:endParaRPr lang="en-US" sz="1750" dirty="0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F0362AD4-77E4-052A-C8C9-3B5E93F1B542}"/>
              </a:ext>
            </a:extLst>
          </p:cNvPr>
          <p:cNvSpPr/>
          <p:nvPr/>
        </p:nvSpPr>
        <p:spPr>
          <a:xfrm>
            <a:off x="8691824" y="0"/>
            <a:ext cx="5938576" cy="822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BIld</a:t>
            </a:r>
            <a:endParaRPr lang="de-DE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856059"/>
            <a:ext cx="5933242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Problem &amp; Marktbedarf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6280190" y="1852613"/>
            <a:ext cx="484823" cy="484823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1033" y="1893034"/>
            <a:ext cx="323136" cy="40397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980396" y="1926669"/>
            <a:ext cx="4424243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Wachsender Digitalisierungsdruck</a:t>
            </a:r>
            <a:endParaRPr lang="en-US" sz="2100" dirty="0"/>
          </a:p>
        </p:txBody>
      </p:sp>
      <p:sp>
        <p:nvSpPr>
          <p:cNvPr id="7" name="Text 3"/>
          <p:cNvSpPr/>
          <p:nvPr/>
        </p:nvSpPr>
        <p:spPr>
          <a:xfrm>
            <a:off x="6980396" y="2392442"/>
            <a:ext cx="6856214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Selbstzahlerpraxen stehen unter wachsendem Digitalisierungsdruck.</a:t>
            </a:r>
            <a:endParaRPr lang="en-US" sz="1650" dirty="0"/>
          </a:p>
        </p:txBody>
      </p:sp>
      <p:sp>
        <p:nvSpPr>
          <p:cNvPr id="8" name="Shape 4"/>
          <p:cNvSpPr/>
          <p:nvPr/>
        </p:nvSpPr>
        <p:spPr>
          <a:xfrm>
            <a:off x="6280190" y="3168134"/>
            <a:ext cx="484823" cy="484823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1033" y="3208556"/>
            <a:ext cx="323136" cy="40397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80396" y="3242191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Veraltete Systeme</a:t>
            </a:r>
            <a:endParaRPr lang="en-US" sz="2100" dirty="0"/>
          </a:p>
        </p:txBody>
      </p:sp>
      <p:sp>
        <p:nvSpPr>
          <p:cNvPr id="11" name="Text 6"/>
          <p:cNvSpPr/>
          <p:nvPr/>
        </p:nvSpPr>
        <p:spPr>
          <a:xfrm>
            <a:off x="6980396" y="3707963"/>
            <a:ext cx="6856214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Aktuelle Systeme sind veraltet oder nicht auf alternative Heilberufe ausgerichtet.</a:t>
            </a:r>
            <a:endParaRPr lang="en-US" sz="1650" dirty="0"/>
          </a:p>
        </p:txBody>
      </p:sp>
      <p:sp>
        <p:nvSpPr>
          <p:cNvPr id="12" name="Shape 7"/>
          <p:cNvSpPr/>
          <p:nvPr/>
        </p:nvSpPr>
        <p:spPr>
          <a:xfrm>
            <a:off x="6280190" y="4828461"/>
            <a:ext cx="484823" cy="484823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1033" y="4868882"/>
            <a:ext cx="323136" cy="40397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80396" y="4902518"/>
            <a:ext cx="3913942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Regulatorische Anforderungen</a:t>
            </a:r>
            <a:endParaRPr lang="en-US" sz="2100" dirty="0"/>
          </a:p>
        </p:txBody>
      </p:sp>
      <p:sp>
        <p:nvSpPr>
          <p:cNvPr id="15" name="Text 9"/>
          <p:cNvSpPr/>
          <p:nvPr/>
        </p:nvSpPr>
        <p:spPr>
          <a:xfrm>
            <a:off x="6980396" y="5368290"/>
            <a:ext cx="6856214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Regulatorische </a:t>
            </a:r>
            <a:r>
              <a:rPr lang="en-US" sz="16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Anforderungen</a:t>
            </a: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6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verschärfen</a:t>
            </a: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die Lage.</a:t>
            </a:r>
            <a:endParaRPr lang="en-US" sz="1650" dirty="0"/>
          </a:p>
        </p:txBody>
      </p:sp>
      <p:sp>
        <p:nvSpPr>
          <p:cNvPr id="16" name="Shape 10"/>
          <p:cNvSpPr/>
          <p:nvPr/>
        </p:nvSpPr>
        <p:spPr>
          <a:xfrm>
            <a:off x="6280190" y="6143982"/>
            <a:ext cx="484823" cy="484823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1033" y="6184404"/>
            <a:ext cx="323136" cy="40397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980396" y="6218039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Marktlücke</a:t>
            </a:r>
            <a:endParaRPr lang="en-US" sz="2100" dirty="0"/>
          </a:p>
        </p:txBody>
      </p:sp>
      <p:sp>
        <p:nvSpPr>
          <p:cNvPr id="19" name="Text 12"/>
          <p:cNvSpPr/>
          <p:nvPr/>
        </p:nvSpPr>
        <p:spPr>
          <a:xfrm>
            <a:off x="6980396" y="6683812"/>
            <a:ext cx="6856214" cy="689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Ein Anbieter mit Zielgruppenfokus, Modularität und wirtschaftlicher Logik fehlt bislang.</a:t>
            </a:r>
            <a:endParaRPr lang="en-US" sz="1650" dirty="0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37B5D4E9-DBAF-7887-8003-5E258EADA016}"/>
              </a:ext>
            </a:extLst>
          </p:cNvPr>
          <p:cNvSpPr/>
          <p:nvPr/>
        </p:nvSpPr>
        <p:spPr>
          <a:xfrm>
            <a:off x="0" y="0"/>
            <a:ext cx="5938576" cy="822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BIld</a:t>
            </a:r>
            <a:endParaRPr lang="de-DE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16499"/>
            <a:ext cx="608123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Lösung: SimpliMed 2.0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678906"/>
            <a:ext cx="2152055" cy="130694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4892" y="3294936"/>
            <a:ext cx="318968" cy="3986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357217" y="29057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Zielgruppe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5357217" y="3396139"/>
            <a:ext cx="40482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Heilpraktiker:innen &amp; Selbstzahlerpraxen</a:t>
            </a:r>
            <a:endParaRPr lang="en-US" sz="1750" dirty="0"/>
          </a:p>
        </p:txBody>
      </p:sp>
      <p:sp>
        <p:nvSpPr>
          <p:cNvPr id="7" name="Shape 3"/>
          <p:cNvSpPr/>
          <p:nvPr/>
        </p:nvSpPr>
        <p:spPr>
          <a:xfrm>
            <a:off x="5187077" y="3998952"/>
            <a:ext cx="8592860" cy="15240"/>
          </a:xfrm>
          <a:prstGeom prst="roundRect">
            <a:avLst>
              <a:gd name="adj" fmla="val 223256"/>
            </a:avLst>
          </a:prstGeom>
          <a:solidFill>
            <a:srgbClr val="585F6B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2381" y="4042529"/>
            <a:ext cx="4304109" cy="1306949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4892" y="4496633"/>
            <a:ext cx="318968" cy="39862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33304" y="4269343"/>
            <a:ext cx="33793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Monetarisierbare Module</a:t>
            </a:r>
            <a:endParaRPr lang="en-US" sz="2200" dirty="0"/>
          </a:p>
        </p:txBody>
      </p:sp>
      <p:sp>
        <p:nvSpPr>
          <p:cNvPr id="11" name="Text 5"/>
          <p:cNvSpPr/>
          <p:nvPr/>
        </p:nvSpPr>
        <p:spPr>
          <a:xfrm>
            <a:off x="6433304" y="4759762"/>
            <a:ext cx="633805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Fakturierung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Online-Terminbuchung, </a:t>
            </a:r>
            <a:r>
              <a:rPr lang="en-US" sz="17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OnlineShop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-Integration</a:t>
            </a:r>
            <a:endParaRPr lang="en-US" sz="1750" dirty="0"/>
          </a:p>
        </p:txBody>
      </p:sp>
      <p:sp>
        <p:nvSpPr>
          <p:cNvPr id="12" name="Shape 6"/>
          <p:cNvSpPr/>
          <p:nvPr/>
        </p:nvSpPr>
        <p:spPr>
          <a:xfrm>
            <a:off x="6263164" y="5362575"/>
            <a:ext cx="7516773" cy="15240"/>
          </a:xfrm>
          <a:prstGeom prst="roundRect">
            <a:avLst>
              <a:gd name="adj" fmla="val 223256"/>
            </a:avLst>
          </a:prstGeom>
          <a:solidFill>
            <a:srgbClr val="585F6B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294" y="5406152"/>
            <a:ext cx="6456164" cy="1306949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4773" y="5860256"/>
            <a:ext cx="318968" cy="398621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509272" y="5632966"/>
            <a:ext cx="434125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Technologische Neuausrichtung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509272" y="6123384"/>
            <a:ext cx="434125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Headless, modular, API-first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88670" y="1073825"/>
            <a:ext cx="7538442" cy="633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50"/>
              </a:lnSpc>
              <a:buNone/>
            </a:pPr>
            <a:r>
              <a:rPr lang="en-US" sz="39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Produktübersicht &amp; Architektur</a:t>
            </a:r>
            <a:endParaRPr lang="en-US" sz="39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70" y="2011799"/>
            <a:ext cx="1014055" cy="12169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005489" y="2214563"/>
            <a:ext cx="2535317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Basismodul</a:t>
            </a:r>
            <a:endParaRPr lang="en-US" sz="1950" dirty="0"/>
          </a:p>
        </p:txBody>
      </p:sp>
      <p:sp>
        <p:nvSpPr>
          <p:cNvPr id="6" name="Text 2"/>
          <p:cNvSpPr/>
          <p:nvPr/>
        </p:nvSpPr>
        <p:spPr>
          <a:xfrm>
            <a:off x="2005489" y="2653070"/>
            <a:ext cx="6349841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Einstieg</a:t>
            </a: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(Dashboard, </a:t>
            </a:r>
            <a:r>
              <a:rPr lang="en-US" sz="15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Terminübersicht</a:t>
            </a: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Abrechnung, </a:t>
            </a:r>
            <a:r>
              <a:rPr lang="en-US" sz="15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Kontakte</a:t>
            </a: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5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Fakturierung</a:t>
            </a: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)</a:t>
            </a:r>
            <a:endParaRPr lang="en-US" sz="15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670" y="3228737"/>
            <a:ext cx="1014055" cy="121693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005489" y="3431500"/>
            <a:ext cx="2535317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Erweiterungen</a:t>
            </a:r>
            <a:endParaRPr lang="en-US" sz="1950" dirty="0"/>
          </a:p>
        </p:txBody>
      </p:sp>
      <p:sp>
        <p:nvSpPr>
          <p:cNvPr id="9" name="Text 4"/>
          <p:cNvSpPr/>
          <p:nvPr/>
        </p:nvSpPr>
        <p:spPr>
          <a:xfrm>
            <a:off x="2005489" y="3870008"/>
            <a:ext cx="6349841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Erweiterungen per Klick </a:t>
            </a:r>
            <a:r>
              <a:rPr lang="en-US" sz="15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zubuchbar</a:t>
            </a: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</a:t>
            </a:r>
            <a:r>
              <a:rPr lang="en-US" sz="15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Terminbuchungen</a:t>
            </a: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5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Shopsystem</a:t>
            </a: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Banking)</a:t>
            </a:r>
            <a:endParaRPr lang="en-US" sz="15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670" y="4445675"/>
            <a:ext cx="1014055" cy="121693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005489" y="4648438"/>
            <a:ext cx="2535317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Zukunftssicher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2005489" y="5086945"/>
            <a:ext cx="6349841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Zukunftssicher durch Drittanbindungen &amp; </a:t>
            </a:r>
            <a:r>
              <a:rPr lang="en-US" sz="15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Patientenservices</a:t>
            </a:r>
            <a:endParaRPr lang="en-US" sz="15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670" y="5662613"/>
            <a:ext cx="1014055" cy="149316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005489" y="5865376"/>
            <a:ext cx="2535317" cy="31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Zentrales Dashboard</a:t>
            </a:r>
            <a:endParaRPr lang="en-US" sz="1950" dirty="0"/>
          </a:p>
        </p:txBody>
      </p:sp>
      <p:sp>
        <p:nvSpPr>
          <p:cNvPr id="15" name="Text 8"/>
          <p:cNvSpPr/>
          <p:nvPr/>
        </p:nvSpPr>
        <p:spPr>
          <a:xfrm>
            <a:off x="2005489" y="6303883"/>
            <a:ext cx="6349841" cy="649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Steuerung &amp; Kommunikation über ein zentrales Therapeut:innen-Dashboard</a:t>
            </a:r>
            <a:endParaRPr lang="en-US" sz="1550" dirty="0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122E9BC-44CD-BCF8-E265-FCC1037D3306}"/>
              </a:ext>
            </a:extLst>
          </p:cNvPr>
          <p:cNvSpPr/>
          <p:nvPr/>
        </p:nvSpPr>
        <p:spPr>
          <a:xfrm>
            <a:off x="8691824" y="0"/>
            <a:ext cx="5938576" cy="822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BIld</a:t>
            </a:r>
            <a:endParaRPr lang="de-DE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75021"/>
            <a:ext cx="853487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Kundenbasis &amp; Wachstumspfad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50776"/>
            <a:ext cx="2954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Aktuelle Kundenbasis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93192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4.000 aktive Praxen – treu, stabil, aber mit veralteter Software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861798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Preisstruktur alt: ab 19 €/Monat → </a:t>
            </a:r>
            <a:b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neu: 69 €/Monat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332928" y="33507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Herausforderungen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332928" y="393192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Kundengewinnung läuft – aber die alte Plattform bremst uns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332928" y="4861798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Softwarewechsel </a:t>
            </a:r>
            <a:r>
              <a:rPr lang="en-US" sz="17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ist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für </a:t>
            </a:r>
            <a:r>
              <a:rPr lang="en-US" sz="17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Praxen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ein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großer Aufwand – genau das macht unsere Kundenbindung extrem stark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872067" y="33507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Aktuelle Situation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872067" y="393192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Neukundenzugänge täglich – aber nicht skalierbar ohne Relaunch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88653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Strategie Y1–Y3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1048941" y="1935480"/>
            <a:ext cx="30480" cy="4789527"/>
          </a:xfrm>
          <a:prstGeom prst="roundRect">
            <a:avLst>
              <a:gd name="adj" fmla="val 111628"/>
            </a:avLst>
          </a:prstGeom>
          <a:solidFill>
            <a:srgbClr val="585F6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Shape 2"/>
          <p:cNvSpPr/>
          <p:nvPr/>
        </p:nvSpPr>
        <p:spPr>
          <a:xfrm>
            <a:off x="1273612" y="2175391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585F6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Shape 3"/>
          <p:cNvSpPr/>
          <p:nvPr/>
        </p:nvSpPr>
        <p:spPr>
          <a:xfrm>
            <a:off x="793790" y="193548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60" y="1977985"/>
            <a:ext cx="340162" cy="4252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183011" y="20133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Jahr 1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2183011" y="2503765"/>
            <a:ext cx="61671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Entwicklung der neuen Plattform, Aufbau Team &amp; UX, MVP-Rollout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1273612" y="3923109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585F6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Shape 7"/>
          <p:cNvSpPr/>
          <p:nvPr/>
        </p:nvSpPr>
        <p:spPr>
          <a:xfrm>
            <a:off x="793790" y="368319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860" y="3725704"/>
            <a:ext cx="340162" cy="4252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183011" y="37610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Jahr 2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2183011" y="4251484"/>
            <a:ext cx="61671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Migration aller 4.000 </a:t>
            </a:r>
            <a:r>
              <a:rPr lang="en-US" sz="17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Bestandskunden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mit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neuem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Preismodell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max. 25 % Verlust einkalkuliert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1273612" y="5670828"/>
            <a:ext cx="680442" cy="30480"/>
          </a:xfrm>
          <a:prstGeom prst="roundRect">
            <a:avLst>
              <a:gd name="adj" fmla="val 111628"/>
            </a:avLst>
          </a:prstGeom>
          <a:solidFill>
            <a:srgbClr val="585F6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Shape 11"/>
          <p:cNvSpPr/>
          <p:nvPr/>
        </p:nvSpPr>
        <p:spPr>
          <a:xfrm>
            <a:off x="793790" y="543091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de-DE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860" y="5473422"/>
            <a:ext cx="340162" cy="42529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183011" y="55087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Jahr 3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2183011" y="5999202"/>
            <a:ext cx="61671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Skalierung über neue Module, neue </a:t>
            </a:r>
            <a:r>
              <a:rPr lang="en-US" sz="17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Kund:innen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7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Reaktivierung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7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Partnerangebote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und Co-Marketing</a:t>
            </a:r>
            <a:endParaRPr lang="en-US" sz="1750" dirty="0"/>
          </a:p>
        </p:txBody>
      </p:sp>
      <p:sp>
        <p:nvSpPr>
          <p:cNvPr id="20" name="Text 14"/>
          <p:cNvSpPr/>
          <p:nvPr/>
        </p:nvSpPr>
        <p:spPr>
          <a:xfrm>
            <a:off x="793790" y="698015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Ziel: Umsatzwachstum mit bestehender Basis + systematischer Expansion</a:t>
            </a:r>
            <a:endParaRPr lang="en-US" sz="1750" dirty="0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D475D2F8-2F5D-2EF0-8186-28A8832374C1}"/>
              </a:ext>
            </a:extLst>
          </p:cNvPr>
          <p:cNvSpPr/>
          <p:nvPr/>
        </p:nvSpPr>
        <p:spPr>
          <a:xfrm>
            <a:off x="8691824" y="0"/>
            <a:ext cx="5938576" cy="822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BIld</a:t>
            </a:r>
            <a:endParaRPr lang="de-DE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92202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Wettbewerbsanalyse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1970961"/>
            <a:ext cx="7556421" cy="4718447"/>
          </a:xfrm>
          <a:prstGeom prst="roundRect">
            <a:avLst>
              <a:gd name="adj" fmla="val 721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Shape 2"/>
          <p:cNvSpPr/>
          <p:nvPr/>
        </p:nvSpPr>
        <p:spPr>
          <a:xfrm>
            <a:off x="801410" y="1978581"/>
            <a:ext cx="7540347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3"/>
          <p:cNvSpPr/>
          <p:nvPr/>
        </p:nvSpPr>
        <p:spPr>
          <a:xfrm>
            <a:off x="1029057" y="2122289"/>
            <a:ext cx="20557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Anbieter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3546038" y="2122289"/>
            <a:ext cx="205192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Modell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059210" y="2122289"/>
            <a:ext cx="20557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Nachteile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801410" y="2628900"/>
            <a:ext cx="7540347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7"/>
          <p:cNvSpPr/>
          <p:nvPr/>
        </p:nvSpPr>
        <p:spPr>
          <a:xfrm>
            <a:off x="1029057" y="2772608"/>
            <a:ext cx="20557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SoliPrax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3546038" y="2772608"/>
            <a:ext cx="205192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Billig, offline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6059210" y="2772608"/>
            <a:ext cx="205573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Werbung, Transaktionskosten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801410" y="3642122"/>
            <a:ext cx="7540347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1"/>
          <p:cNvSpPr/>
          <p:nvPr/>
        </p:nvSpPr>
        <p:spPr>
          <a:xfrm>
            <a:off x="1029057" y="3785830"/>
            <a:ext cx="20557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Lemniscus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3546038" y="3785830"/>
            <a:ext cx="205192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Cloud, teuer bei Nutzung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6059210" y="3785830"/>
            <a:ext cx="205573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Funktionslimits, hohe Zusatzkosten</a:t>
            </a:r>
            <a:endParaRPr lang="en-US" sz="1750" dirty="0"/>
          </a:p>
        </p:txBody>
      </p:sp>
      <p:sp>
        <p:nvSpPr>
          <p:cNvPr id="17" name="Shape 14"/>
          <p:cNvSpPr/>
          <p:nvPr/>
        </p:nvSpPr>
        <p:spPr>
          <a:xfrm>
            <a:off x="801410" y="4655344"/>
            <a:ext cx="7540347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5"/>
          <p:cNvSpPr/>
          <p:nvPr/>
        </p:nvSpPr>
        <p:spPr>
          <a:xfrm>
            <a:off x="1029057" y="4799052"/>
            <a:ext cx="20557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thevea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3546038" y="4799052"/>
            <a:ext cx="205192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Physiotherapie-Fokus</a:t>
            </a:r>
            <a:endParaRPr lang="en-US" sz="1750" dirty="0"/>
          </a:p>
        </p:txBody>
      </p:sp>
      <p:sp>
        <p:nvSpPr>
          <p:cNvPr id="20" name="Text 17"/>
          <p:cNvSpPr/>
          <p:nvPr/>
        </p:nvSpPr>
        <p:spPr>
          <a:xfrm>
            <a:off x="6059210" y="4799052"/>
            <a:ext cx="205573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Nicht geeignet für </a:t>
            </a:r>
            <a:r>
              <a:rPr lang="en-US" sz="17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Ärzt:innen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/HPs</a:t>
            </a:r>
            <a:endParaRPr lang="en-US" sz="1750" dirty="0"/>
          </a:p>
        </p:txBody>
      </p:sp>
      <p:sp>
        <p:nvSpPr>
          <p:cNvPr id="21" name="Shape 18"/>
          <p:cNvSpPr/>
          <p:nvPr/>
        </p:nvSpPr>
        <p:spPr>
          <a:xfrm>
            <a:off x="801410" y="5668566"/>
            <a:ext cx="7540347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19"/>
          <p:cNvSpPr/>
          <p:nvPr/>
        </p:nvSpPr>
        <p:spPr>
          <a:xfrm>
            <a:off x="1029057" y="5812274"/>
            <a:ext cx="20557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tomedo®</a:t>
            </a:r>
            <a:endParaRPr lang="en-US" sz="1750" dirty="0"/>
          </a:p>
        </p:txBody>
      </p:sp>
      <p:sp>
        <p:nvSpPr>
          <p:cNvPr id="23" name="Text 20"/>
          <p:cNvSpPr/>
          <p:nvPr/>
        </p:nvSpPr>
        <p:spPr>
          <a:xfrm>
            <a:off x="3546038" y="5812274"/>
            <a:ext cx="205192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Apple-only, KI</a:t>
            </a:r>
            <a:endParaRPr lang="en-US" sz="1750" dirty="0"/>
          </a:p>
        </p:txBody>
      </p:sp>
      <p:sp>
        <p:nvSpPr>
          <p:cNvPr id="24" name="Text 21"/>
          <p:cNvSpPr/>
          <p:nvPr/>
        </p:nvSpPr>
        <p:spPr>
          <a:xfrm>
            <a:off x="6059210" y="5812274"/>
            <a:ext cx="205573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Hardwarebindung, teuer, nicht offen</a:t>
            </a:r>
            <a:endParaRPr lang="en-US" sz="1750" dirty="0"/>
          </a:p>
        </p:txBody>
      </p:sp>
      <p:sp>
        <p:nvSpPr>
          <p:cNvPr id="25" name="Text 22"/>
          <p:cNvSpPr/>
          <p:nvPr/>
        </p:nvSpPr>
        <p:spPr>
          <a:xfrm>
            <a:off x="793790" y="694455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SimpliMed = Klar, modular, praxisnah, ohne Werbung oder Gebühren</a:t>
            </a:r>
            <a:endParaRPr lang="en-US" sz="1750" dirty="0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EC430C36-13D2-F91E-A3EC-B0700166C9E2}"/>
              </a:ext>
            </a:extLst>
          </p:cNvPr>
          <p:cNvSpPr/>
          <p:nvPr/>
        </p:nvSpPr>
        <p:spPr>
          <a:xfrm>
            <a:off x="8691824" y="0"/>
            <a:ext cx="5938576" cy="822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BIld</a:t>
            </a:r>
            <a:endParaRPr lang="de-DE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0809"/>
            <a:ext cx="4424005" cy="460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Finanzprognose (3 Jahre)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516380"/>
            <a:ext cx="8477726" cy="47474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6429732"/>
            <a:ext cx="1304282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ARPU: Ziel 69 €/Monat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793790" y="6831330"/>
            <a:ext cx="1304282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65 % Modulnutzung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793790" y="7232928"/>
            <a:ext cx="13042821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Zusatzerlöse über </a:t>
            </a:r>
            <a:r>
              <a:rPr lang="en-US" sz="11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weitere</a:t>
            </a:r>
            <a:r>
              <a:rPr lang="en-US" sz="11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Module</a:t>
            </a:r>
            <a:endParaRPr lang="en-US" sz="1150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C2C24BE-196A-0414-366C-59A03627F133}"/>
              </a:ext>
            </a:extLst>
          </p:cNvPr>
          <p:cNvSpPr txBox="1"/>
          <p:nvPr/>
        </p:nvSpPr>
        <p:spPr>
          <a:xfrm>
            <a:off x="10822075" y="3125037"/>
            <a:ext cx="259247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Hier Tabelle:</a:t>
            </a:r>
            <a:br>
              <a:rPr lang="de-DE" dirty="0">
                <a:solidFill>
                  <a:schemeClr val="bg1"/>
                </a:solidFill>
              </a:rPr>
            </a:br>
            <a:br>
              <a:rPr lang="de-DE" dirty="0">
                <a:solidFill>
                  <a:schemeClr val="bg1"/>
                </a:solidFill>
              </a:rPr>
            </a:br>
            <a:r>
              <a:rPr lang="de-DE" dirty="0">
                <a:solidFill>
                  <a:schemeClr val="bg1"/>
                </a:solidFill>
              </a:rPr>
              <a:t>3 Jahre </a:t>
            </a:r>
          </a:p>
          <a:p>
            <a:r>
              <a:rPr lang="de-DE" dirty="0">
                <a:solidFill>
                  <a:schemeClr val="bg1"/>
                </a:solidFill>
              </a:rPr>
              <a:t>Umsatz, Kosten, </a:t>
            </a:r>
            <a:r>
              <a:rPr lang="de-DE" dirty="0" err="1">
                <a:solidFill>
                  <a:schemeClr val="bg1"/>
                </a:solidFill>
              </a:rPr>
              <a:t>Ebit</a:t>
            </a:r>
            <a:r>
              <a:rPr lang="de-DE" dirty="0">
                <a:solidFill>
                  <a:schemeClr val="bg1"/>
                </a:solidFill>
              </a:rPr>
              <a:t>, Entwicklungskosten</a:t>
            </a:r>
          </a:p>
          <a:p>
            <a:endParaRPr lang="de-DE" dirty="0">
              <a:solidFill>
                <a:schemeClr val="bg1"/>
              </a:solidFill>
            </a:endParaRPr>
          </a:p>
          <a:p>
            <a:r>
              <a:rPr lang="de-DE" dirty="0">
                <a:solidFill>
                  <a:schemeClr val="bg1"/>
                </a:solidFill>
              </a:rPr>
              <a:t>Hier:</a:t>
            </a:r>
            <a:br>
              <a:rPr lang="de-DE" dirty="0">
                <a:solidFill>
                  <a:schemeClr val="bg1"/>
                </a:solidFill>
              </a:rPr>
            </a:br>
            <a:r>
              <a:rPr lang="de-DE" dirty="0">
                <a:solidFill>
                  <a:schemeClr val="bg1"/>
                </a:solidFill>
              </a:rPr>
              <a:t>15 Jahresziel: 15 Mio. Euro mit </a:t>
            </a:r>
            <a:br>
              <a:rPr lang="de-DE" dirty="0">
                <a:solidFill>
                  <a:schemeClr val="bg1"/>
                </a:solidFill>
              </a:rPr>
            </a:br>
            <a:br>
              <a:rPr lang="de-DE" dirty="0">
                <a:solidFill>
                  <a:schemeClr val="bg1"/>
                </a:solidFill>
              </a:rPr>
            </a:br>
            <a:r>
              <a:rPr lang="de-DE" dirty="0">
                <a:solidFill>
                  <a:schemeClr val="bg1"/>
                </a:solidFill>
              </a:rPr>
              <a:t>25% - 30%Ebit (wegen sehr hohem Automatisierungsgrad)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71851"/>
            <a:ext cx="560141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Unique Selling Propositions (USPs)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350770"/>
            <a:ext cx="3048000" cy="18838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461391"/>
            <a:ext cx="304800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Abrechnungs-Expertise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306139"/>
            <a:ext cx="304800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Jahrzehntelange Erfahrung mit GOÄ, GebüH, BBhV für maximale Abrechnungssicherheit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5278" y="2350770"/>
            <a:ext cx="3048119" cy="188380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25278" y="4461391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Monetarisierbare Plattform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125278" y="5306139"/>
            <a:ext cx="304811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Erstes System mit integriertem Zusatzumsatz durch Shops, Fortbildungen, Werbung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884" y="2350770"/>
            <a:ext cx="3048119" cy="188380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56884" y="44613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Modular &amp; API-fähig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456884" y="4951809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Zukunftssicher, individuell anpassbar, integrationsfähig für moderne Praxen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8491" y="2350770"/>
            <a:ext cx="3048119" cy="188380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88491" y="4461391"/>
            <a:ext cx="304811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 err="1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Zielgruppen-spezialisierung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0788491" y="5306139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Exakter Fit für alternative Heilberufe und Selbstzahlerpraxen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05088"/>
            <a:ext cx="6588919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Kapitalbedarf &amp; Verwendung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1395412" y="2364819"/>
            <a:ext cx="3690461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Technische </a:t>
            </a:r>
            <a:r>
              <a:rPr lang="en-US" sz="1850" dirty="0" err="1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Entwicklung</a:t>
            </a: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neue </a:t>
            </a:r>
            <a:r>
              <a:rPr lang="en-US" sz="1850" dirty="0" err="1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Plattform</a:t>
            </a:r>
            <a:endParaRPr lang="en-US" sz="1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5077" y="1693069"/>
            <a:ext cx="3880128" cy="3880128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9965" y="2341721"/>
            <a:ext cx="288369" cy="36052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544407" y="2364819"/>
            <a:ext cx="2967157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Onboarding </a:t>
            </a:r>
            <a:r>
              <a:rPr lang="en-US" sz="1850" dirty="0" err="1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Kund:innen</a:t>
            </a:r>
            <a:b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</a:b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auf neue </a:t>
            </a:r>
            <a:r>
              <a:rPr lang="en-US" sz="1850" dirty="0" err="1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Plattform</a:t>
            </a:r>
            <a:endParaRPr lang="en-US" sz="18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5077" y="1693069"/>
            <a:ext cx="3880128" cy="3880128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1987" y="2671882"/>
            <a:ext cx="288369" cy="360521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9544407" y="4449485"/>
            <a:ext cx="3419713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Vertriebsaufbau &amp; neue Module</a:t>
            </a:r>
            <a:endParaRPr lang="en-US" sz="185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5077" y="1693069"/>
            <a:ext cx="3880128" cy="3880128"/>
          </a:xfrm>
          <a:prstGeom prst="rect">
            <a:avLst/>
          </a:prstGeom>
        </p:spPr>
      </p:pic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1827" y="4563904"/>
            <a:ext cx="288369" cy="360521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793790" y="4298871"/>
            <a:ext cx="4292084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Fortbildungsmaßnahmen zur Feature-Aktivierung</a:t>
            </a:r>
            <a:endParaRPr lang="en-US" sz="1850" dirty="0"/>
          </a:p>
        </p:txBody>
      </p:sp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75077" y="1693069"/>
            <a:ext cx="3880128" cy="3880128"/>
          </a:xfrm>
          <a:prstGeom prst="rect">
            <a:avLst/>
          </a:prstGeom>
        </p:spPr>
      </p:pic>
      <p:pic>
        <p:nvPicPr>
          <p:cNvPr id="1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59805" y="4233743"/>
            <a:ext cx="288369" cy="360521"/>
          </a:xfrm>
          <a:prstGeom prst="rect">
            <a:avLst/>
          </a:prstGeom>
        </p:spPr>
      </p:pic>
      <p:sp>
        <p:nvSpPr>
          <p:cNvPr id="15" name="Text 5"/>
          <p:cNvSpPr/>
          <p:nvPr/>
        </p:nvSpPr>
        <p:spPr>
          <a:xfrm>
            <a:off x="793790" y="5790009"/>
            <a:ext cx="1304282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Gesuchter Betrag: 300.000 €</a:t>
            </a:r>
            <a:endParaRPr lang="en-US" sz="1500" dirty="0"/>
          </a:p>
        </p:txBody>
      </p:sp>
      <p:sp>
        <p:nvSpPr>
          <p:cNvPr id="16" name="Text 6"/>
          <p:cNvSpPr/>
          <p:nvPr/>
        </p:nvSpPr>
        <p:spPr>
          <a:xfrm>
            <a:off x="793790" y="6315194"/>
            <a:ext cx="1304282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Optionen:</a:t>
            </a:r>
            <a:endParaRPr lang="en-US" sz="1500" dirty="0"/>
          </a:p>
        </p:txBody>
      </p:sp>
      <p:sp>
        <p:nvSpPr>
          <p:cNvPr id="17" name="Text 7"/>
          <p:cNvSpPr/>
          <p:nvPr/>
        </p:nvSpPr>
        <p:spPr>
          <a:xfrm>
            <a:off x="793790" y="6840379"/>
            <a:ext cx="1304282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Darlehen (z. B. Bank, KfW)</a:t>
            </a:r>
            <a:endParaRPr lang="en-US" sz="1500" dirty="0"/>
          </a:p>
        </p:txBody>
      </p:sp>
      <p:sp>
        <p:nvSpPr>
          <p:cNvPr id="18" name="Text 8"/>
          <p:cNvSpPr/>
          <p:nvPr/>
        </p:nvSpPr>
        <p:spPr>
          <a:xfrm>
            <a:off x="793790" y="7216140"/>
            <a:ext cx="13042821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Beteiligung (strategischer Investor mit Synergien)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641747"/>
            <a:ext cx="7504748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Team &amp; Umsetzungsfähigkeit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6280190" y="1638300"/>
            <a:ext cx="215384" cy="1292900"/>
          </a:xfrm>
          <a:prstGeom prst="roundRect">
            <a:avLst>
              <a:gd name="adj" fmla="val 15007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DBE7A404-84DA-0CED-A104-8271F2A4F9CF}"/>
              </a:ext>
            </a:extLst>
          </p:cNvPr>
          <p:cNvSpPr/>
          <p:nvPr/>
        </p:nvSpPr>
        <p:spPr>
          <a:xfrm>
            <a:off x="0" y="0"/>
            <a:ext cx="5938576" cy="822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BIld</a:t>
            </a:r>
            <a:endParaRPr lang="de-DE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BAA7C553-2F4C-6884-C0AB-88B90EAEB705}"/>
              </a:ext>
            </a:extLst>
          </p:cNvPr>
          <p:cNvSpPr txBox="1"/>
          <p:nvPr/>
        </p:nvSpPr>
        <p:spPr>
          <a:xfrm>
            <a:off x="7141964" y="1889090"/>
            <a:ext cx="5930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Hier Infos über die Kompetenzen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7F5B8-97D6-A12F-A1F8-46C0A8F06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25EC7A79-1F09-35E7-B8B7-51E19155C56A}"/>
              </a:ext>
            </a:extLst>
          </p:cNvPr>
          <p:cNvSpPr/>
          <p:nvPr/>
        </p:nvSpPr>
        <p:spPr>
          <a:xfrm>
            <a:off x="6280190" y="641747"/>
            <a:ext cx="7504748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 err="1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Historie</a:t>
            </a:r>
            <a:r>
              <a:rPr lang="en-US" sz="4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 der </a:t>
            </a:r>
            <a:r>
              <a:rPr lang="en-US" sz="4200" dirty="0" err="1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Simplimed</a:t>
            </a:r>
            <a:endParaRPr lang="en-US" sz="42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7826AEA1-644D-222E-DC8A-B615FD96CF00}"/>
              </a:ext>
            </a:extLst>
          </p:cNvPr>
          <p:cNvSpPr/>
          <p:nvPr/>
        </p:nvSpPr>
        <p:spPr>
          <a:xfrm>
            <a:off x="6280190" y="1638300"/>
            <a:ext cx="215384" cy="1292900"/>
          </a:xfrm>
          <a:prstGeom prst="roundRect">
            <a:avLst>
              <a:gd name="adj" fmla="val 15007"/>
            </a:avLst>
          </a:prstGeom>
          <a:solidFill>
            <a:srgbClr val="3F4652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59A0A402-AD8C-8371-53F2-53FE9B623EE0}"/>
              </a:ext>
            </a:extLst>
          </p:cNvPr>
          <p:cNvSpPr/>
          <p:nvPr/>
        </p:nvSpPr>
        <p:spPr>
          <a:xfrm>
            <a:off x="0" y="0"/>
            <a:ext cx="5938576" cy="822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BIld</a:t>
            </a:r>
            <a:endParaRPr lang="de-DE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093971ED-DF5D-2CE5-9A7E-4DB845AD8CCE}"/>
              </a:ext>
            </a:extLst>
          </p:cNvPr>
          <p:cNvSpPr txBox="1"/>
          <p:nvPr/>
        </p:nvSpPr>
        <p:spPr>
          <a:xfrm>
            <a:off x="7141964" y="1889090"/>
            <a:ext cx="5930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Hier Infos</a:t>
            </a:r>
          </a:p>
        </p:txBody>
      </p:sp>
    </p:spTree>
    <p:extLst>
      <p:ext uri="{BB962C8B-B14F-4D97-AF65-F5344CB8AC3E}">
        <p14:creationId xmlns:p14="http://schemas.microsoft.com/office/powerpoint/2010/main" val="5454629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AC7CF-6126-188F-1BBF-44C38F657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BAFFE236-3E21-58E8-8B37-2C3BC9944A6C}"/>
              </a:ext>
            </a:extLst>
          </p:cNvPr>
          <p:cNvSpPr/>
          <p:nvPr/>
        </p:nvSpPr>
        <p:spPr>
          <a:xfrm>
            <a:off x="793790" y="92202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Unser </a:t>
            </a:r>
            <a:r>
              <a:rPr lang="en-US" sz="4450" dirty="0" err="1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Angebot</a:t>
            </a:r>
            <a:endParaRPr lang="en-US" sz="445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765038C8-EFEC-4836-940C-18C4CB3BABDC}"/>
              </a:ext>
            </a:extLst>
          </p:cNvPr>
          <p:cNvSpPr/>
          <p:nvPr/>
        </p:nvSpPr>
        <p:spPr>
          <a:xfrm>
            <a:off x="874177" y="377430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Hier die Vision in 5 Jahren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750" dirty="0">
              <a:solidFill>
                <a:srgbClr val="D6E5E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“Helfen Sie </a:t>
            </a:r>
            <a:r>
              <a:rPr lang="en-US" sz="17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uns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7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unsere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Vision </a:t>
            </a:r>
            <a:r>
              <a:rPr lang="en-US" sz="17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zu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7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verwirklichen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</a:p>
          <a:p>
            <a:pPr marL="0" indent="0" algn="l">
              <a:lnSpc>
                <a:spcPts val="2850"/>
              </a:lnSpc>
              <a:buNone/>
            </a:pPr>
            <a:endParaRPr lang="en-US" sz="1750" dirty="0">
              <a:solidFill>
                <a:srgbClr val="D6E5E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Hier </a:t>
            </a:r>
            <a:r>
              <a:rPr lang="en-US" sz="17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Angebot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: x% für y Euro</a:t>
            </a:r>
            <a:b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endParaRPr lang="en-US" sz="1750" dirty="0">
              <a:solidFill>
                <a:srgbClr val="D6E5E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</a:rPr>
              <a:t>Tortendiagramm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</a:rPr>
              <a:t> </a:t>
            </a:r>
            <a:r>
              <a:rPr lang="en-US" sz="17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</a:rPr>
              <a:t>Beteiligungsverhältnisse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</a:rPr>
              <a:t> </a:t>
            </a:r>
            <a:r>
              <a:rPr lang="en-US" sz="17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</a:rPr>
              <a:t>aktuell</a:t>
            </a:r>
            <a:endParaRPr lang="en-US" sz="1750" dirty="0">
              <a:solidFill>
                <a:srgbClr val="D6E5EF"/>
              </a:solidFill>
              <a:latin typeface="Roboto" pitchFamily="34" charset="0"/>
              <a:ea typeface="Roboto" pitchFamily="34" charset="-122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750" dirty="0">
              <a:solidFill>
                <a:srgbClr val="D6E5EF"/>
              </a:solidFill>
              <a:latin typeface="Roboto" pitchFamily="34" charset="0"/>
              <a:ea typeface="Roboto" pitchFamily="34" charset="-122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</a:rPr>
              <a:t>Tabelle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</a:rPr>
              <a:t>: </a:t>
            </a:r>
            <a:r>
              <a:rPr lang="en-US" sz="17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</a:rPr>
              <a:t>Umsatzentwicklung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</a:rPr>
              <a:t> und Ebit der </a:t>
            </a:r>
            <a:b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</a:rPr>
            </a:br>
            <a:r>
              <a:rPr lang="en-US" sz="17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</a:rPr>
              <a:t>letzten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</a:rPr>
              <a:t> 2 Jahre und der </a:t>
            </a:r>
            <a:r>
              <a:rPr lang="en-US" sz="17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</a:rPr>
              <a:t>geplanten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</a:rPr>
              <a:t> </a:t>
            </a:r>
            <a:r>
              <a:rPr lang="en-US" sz="17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</a:rPr>
              <a:t>nächsten</a:t>
            </a:r>
            <a:r>
              <a:rPr lang="en-US" sz="17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</a:rPr>
              <a:t> 3 </a:t>
            </a:r>
            <a:endParaRPr lang="en-US" sz="1750" dirty="0"/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E05D6E92-7F17-CD0C-275B-2A3C5396CCC8}"/>
              </a:ext>
            </a:extLst>
          </p:cNvPr>
          <p:cNvSpPr/>
          <p:nvPr/>
        </p:nvSpPr>
        <p:spPr>
          <a:xfrm>
            <a:off x="8691824" y="0"/>
            <a:ext cx="5938576" cy="822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BIld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60326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866656"/>
            <a:ext cx="6060043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Fazit &amp; Investment Case</a:t>
            </a:r>
            <a:endParaRPr lang="en-US" sz="42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5263" y="1863209"/>
            <a:ext cx="538639" cy="53863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495263" y="2671167"/>
            <a:ext cx="2339221" cy="673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Stabile Kundenbasis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1495263" y="3473529"/>
            <a:ext cx="2339221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Stabile Kundenbasis mit hoher Bindung &amp; klarer Monetarisierungsoption</a:t>
            </a:r>
            <a:endParaRPr lang="en-US" sz="16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3129" y="1863209"/>
            <a:ext cx="538639" cy="53863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813129" y="2671167"/>
            <a:ext cx="2672878" cy="673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 err="1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Marktpositionierung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4813129" y="3473529"/>
            <a:ext cx="2339221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Marktpositionierung als Spezialist für Selbstzahlerpraxen</a:t>
            </a:r>
            <a:endParaRPr lang="en-US" sz="16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4080" y="5054798"/>
            <a:ext cx="538639" cy="53863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503295" y="5862757"/>
            <a:ext cx="233922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Technologie</a:t>
            </a:r>
            <a:endParaRPr lang="en-US" sz="2100" dirty="0"/>
          </a:p>
        </p:txBody>
      </p:sp>
      <p:sp>
        <p:nvSpPr>
          <p:cNvPr id="12" name="Text 6"/>
          <p:cNvSpPr/>
          <p:nvPr/>
        </p:nvSpPr>
        <p:spPr>
          <a:xfrm>
            <a:off x="1552522" y="6287809"/>
            <a:ext cx="2339221" cy="137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Technologie &amp; Plattformarchitektur sind skalierbar und DSGVO-sicher</a:t>
            </a:r>
            <a:endParaRPr lang="en-US" sz="16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6786" y="5054798"/>
            <a:ext cx="538639" cy="53863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146786" y="5862757"/>
            <a:ext cx="233922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Jetzt investieren</a:t>
            </a:r>
            <a:endParaRPr lang="en-US" sz="2100" dirty="0"/>
          </a:p>
        </p:txBody>
      </p:sp>
      <p:sp>
        <p:nvSpPr>
          <p:cNvPr id="15" name="Text 8"/>
          <p:cNvSpPr/>
          <p:nvPr/>
        </p:nvSpPr>
        <p:spPr>
          <a:xfrm>
            <a:off x="5146786" y="6328529"/>
            <a:ext cx="2339221" cy="103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Mit 300.000 €</a:t>
            </a:r>
            <a:b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en-US" sz="16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Transformieren</a:t>
            </a: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b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en-US" sz="16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Bestand</a:t>
            </a: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monetarisieren + </a:t>
            </a:r>
            <a:r>
              <a:rPr lang="en-US" sz="16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Wachstum</a:t>
            </a:r>
            <a:r>
              <a:rPr lang="en-US" sz="16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650" dirty="0" err="1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initiieren</a:t>
            </a:r>
            <a:endParaRPr lang="en-US" sz="1650" dirty="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1EFC105D-F51F-3E6E-FD3F-915A575E0B8D}"/>
              </a:ext>
            </a:extLst>
          </p:cNvPr>
          <p:cNvSpPr/>
          <p:nvPr/>
        </p:nvSpPr>
        <p:spPr>
          <a:xfrm>
            <a:off x="8691824" y="0"/>
            <a:ext cx="5938576" cy="8229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BIld</a:t>
            </a:r>
            <a:endParaRPr lang="de-DE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710D1-CFDB-D4F2-329D-798D80BEB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F963BB43-0F7D-1C86-39E4-77956A0D33DC}"/>
              </a:ext>
            </a:extLst>
          </p:cNvPr>
          <p:cNvSpPr/>
          <p:nvPr/>
        </p:nvSpPr>
        <p:spPr>
          <a:xfrm>
            <a:off x="1495263" y="2671167"/>
            <a:ext cx="2339221" cy="673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 err="1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Kontaktdaten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2981173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ikesCount xmlns="http://schemas.microsoft.com/sharepoint/v3" xsi:nil="true"/>
    <Ratings xmlns="http://schemas.microsoft.com/sharepoint/v3" xsi:nil="true"/>
    <TaxCatchAll xmlns="c4ffc9b4-0204-476d-91d6-9cdd6d633cc0" xsi:nil="true"/>
    <LikedBy xmlns="http://schemas.microsoft.com/sharepoint/v3">
      <UserInfo>
        <DisplayName/>
        <AccountId xsi:nil="true"/>
        <AccountType/>
      </UserInfo>
    </LikedBy>
    <RatedBy xmlns="http://schemas.microsoft.com/sharepoint/v3">
      <UserInfo>
        <DisplayName/>
        <AccountId xsi:nil="true"/>
        <AccountType/>
      </UserInfo>
    </RatedBy>
    <lcf76f155ced4ddcb4097134ff3c332f xmlns="5125939e-60d3-4ba7-b0e9-1def58c6f69d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D48A10CDA9CB442A20102543FF21087" ma:contentTypeVersion="24" ma:contentTypeDescription="Ein neues Dokument erstellen." ma:contentTypeScope="" ma:versionID="22a493754f68215d65252778869c9527">
  <xsd:schema xmlns:xsd="http://www.w3.org/2001/XMLSchema" xmlns:xs="http://www.w3.org/2001/XMLSchema" xmlns:p="http://schemas.microsoft.com/office/2006/metadata/properties" xmlns:ns1="http://schemas.microsoft.com/sharepoint/v3" xmlns:ns2="c4ffc9b4-0204-476d-91d6-9cdd6d633cc0" xmlns:ns3="5125939e-60d3-4ba7-b0e9-1def58c6f69d" targetNamespace="http://schemas.microsoft.com/office/2006/metadata/properties" ma:root="true" ma:fieldsID="5143995a3055c4be9fe1e0479414b311" ns1:_="" ns2:_="" ns3:_="">
    <xsd:import namespace="http://schemas.microsoft.com/sharepoint/v3"/>
    <xsd:import namespace="c4ffc9b4-0204-476d-91d6-9cdd6d633cc0"/>
    <xsd:import namespace="5125939e-60d3-4ba7-b0e9-1def58c6f69d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  <xsd:element ref="ns1:AverageRating" minOccurs="0"/>
                <xsd:element ref="ns1:RatingCount" minOccurs="0"/>
                <xsd:element ref="ns1:RatedBy" minOccurs="0"/>
                <xsd:element ref="ns1:Ratings" minOccurs="0"/>
                <xsd:element ref="ns1:LikesCount" minOccurs="0"/>
                <xsd:element ref="ns1:LikedBy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AverageRating" ma:index="21" nillable="true" ma:displayName="Bewertung (0 - 5)" ma:decimals="2" ma:description="Mittelwert aller Bewertungen, die abgegeben wurden." ma:internalName="AverageRating" ma:readOnly="true">
      <xsd:simpleType>
        <xsd:restriction base="dms:Number"/>
      </xsd:simpleType>
    </xsd:element>
    <xsd:element name="RatingCount" ma:index="22" nillable="true" ma:displayName="Anzahl Bewertungen" ma:decimals="0" ma:description="Anzahl abgegebener Bewertungen" ma:internalName="RatingCount" ma:readOnly="true">
      <xsd:simpleType>
        <xsd:restriction base="dms:Number"/>
      </xsd:simpleType>
    </xsd:element>
    <xsd:element name="RatedBy" ma:index="23" nillable="true" ma:displayName="Bewertet von" ma:description="Benutzer haben das Element bewertet." ma:hidden="true" ma:list="UserInfo" ma:internalName="Rat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atings" ma:index="24" nillable="true" ma:displayName="Benutzerbewertungen" ma:description="Bewertungen für das Element" ma:hidden="true" ma:internalName="Ratings">
      <xsd:simpleType>
        <xsd:restriction base="dms:Note"/>
      </xsd:simpleType>
    </xsd:element>
    <xsd:element name="LikesCount" ma:index="25" nillable="true" ma:displayName="Anzahl 'Gefällt mir'" ma:internalName="LikesCount">
      <xsd:simpleType>
        <xsd:restriction base="dms:Unknown"/>
      </xsd:simpleType>
    </xsd:element>
    <xsd:element name="LikedBy" ma:index="26" nillable="true" ma:displayName="Gefällt" ma:hidden="true" ma:list="UserInfo" ma:internalName="Lik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ffc9b4-0204-476d-91d6-9cdd6d633cc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9" nillable="true" ma:displayName="Taxonomy Catch All Column" ma:hidden="true" ma:list="{823a54b5-8f4a-4992-99c9-cd6dc587ae9c}" ma:internalName="TaxCatchAll" ma:showField="CatchAllData" ma:web="c4ffc9b4-0204-476d-91d6-9cdd6d633cc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25939e-60d3-4ba7-b0e9-1def58c6f6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8" nillable="true" ma:taxonomy="true" ma:internalName="lcf76f155ced4ddcb4097134ff3c332f" ma:taxonomyFieldName="MediaServiceImageTags" ma:displayName="Bildmarkierungen" ma:readOnly="false" ma:fieldId="{5cf76f15-5ced-4ddc-b409-7134ff3c332f}" ma:taxonomyMulti="true" ma:sspId="36aa21cd-0745-4691-9c6e-2732b6c1aa4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30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haredContentType xmlns="Microsoft.SharePoint.Taxonomy.ContentTypeSync" SourceId="36aa21cd-0745-4691-9c6e-2732b6c1aa40" ContentTypeId="0x0101" PreviousValue="false"/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85E88CB-67F0-40B0-92CA-A6CDB0E4324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c4ffc9b4-0204-476d-91d6-9cdd6d633cc0"/>
    <ds:schemaRef ds:uri="5125939e-60d3-4ba7-b0e9-1def58c6f69d"/>
  </ds:schemaRefs>
</ds:datastoreItem>
</file>

<file path=customXml/itemProps2.xml><?xml version="1.0" encoding="utf-8"?>
<ds:datastoreItem xmlns:ds="http://schemas.openxmlformats.org/officeDocument/2006/customXml" ds:itemID="{AF32C9AC-3145-4BB5-844D-117FE7BCE5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c4ffc9b4-0204-476d-91d6-9cdd6d633cc0"/>
    <ds:schemaRef ds:uri="5125939e-60d3-4ba7-b0e9-1def58c6f69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0579C31-FE0D-45B3-8C92-7EA1F3A63BF2}">
  <ds:schemaRefs>
    <ds:schemaRef ds:uri="Microsoft.SharePoint.Taxonomy.ContentTypeSync"/>
  </ds:schemaRefs>
</ds:datastoreItem>
</file>

<file path=customXml/itemProps4.xml><?xml version="1.0" encoding="utf-8"?>
<ds:datastoreItem xmlns:ds="http://schemas.openxmlformats.org/officeDocument/2006/customXml" ds:itemID="{B4AC0622-89A6-4A67-9D7B-7F24734E41B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667</Words>
  <Application>Microsoft Office PowerPoint</Application>
  <PresentationFormat>Benutzerdefiniert</PresentationFormat>
  <Paragraphs>153</Paragraphs>
  <Slides>16</Slides>
  <Notes>16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0" baseType="lpstr">
      <vt:lpstr>Roboto Slab</vt:lpstr>
      <vt:lpstr>Arial</vt:lpstr>
      <vt:lpstr>Roboto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Haroon Ahmad | Origem Medical</cp:lastModifiedBy>
  <cp:revision>1</cp:revision>
  <dcterms:created xsi:type="dcterms:W3CDTF">2025-06-13T07:55:49Z</dcterms:created>
  <dcterms:modified xsi:type="dcterms:W3CDTF">2025-06-13T09:38:23Z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0x0101007D48A10CDA9CB442A20102543FF21087</vt:lpwstr>
  </property>
  <property fmtid="{D5CDD505-2E9C-101B-9397-08002B2CF9AE}" pid="3" name="MediaServiceImageTags">
    <vt:lpwstr/>
  </property>
</Properties>
</file>